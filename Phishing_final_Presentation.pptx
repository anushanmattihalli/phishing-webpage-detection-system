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0" r:id="rId5"/>
    <p:sldId id="259" r:id="rId6"/>
    <p:sldId id="277" r:id="rId7"/>
    <p:sldId id="261" r:id="rId8"/>
    <p:sldId id="279" r:id="rId9"/>
    <p:sldId id="270" r:id="rId10"/>
    <p:sldId id="273" r:id="rId11"/>
    <p:sldId id="275" r:id="rId12"/>
    <p:sldId id="272" r:id="rId13"/>
    <p:sldId id="276" r:id="rId14"/>
    <p:sldId id="278" r:id="rId15"/>
    <p:sldId id="265" r:id="rId16"/>
    <p:sldId id="266" r:id="rId17"/>
  </p:sldIdLst>
  <p:sldSz cx="10795000" cy="6858000"/>
  <p:notesSz cx="10795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F328"/>
    <a:srgbClr val="9CFA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670DD8-2BD1-447E-8CCA-A71866CBEDE2}" v="5" dt="2025-11-13T09:34:50.92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696" autoAdjust="0"/>
    <p:restoredTop sz="95706" autoAdjust="0"/>
  </p:normalViewPr>
  <p:slideViewPr>
    <p:cSldViewPr>
      <p:cViewPr varScale="1">
        <p:scale>
          <a:sx n="95" d="100"/>
          <a:sy n="95" d="100"/>
        </p:scale>
        <p:origin x="730" y="48"/>
      </p:cViewPr>
      <p:guideLst>
        <p:guide orient="horz" pos="2880"/>
        <p:guide pos="2160"/>
      </p:guideLst>
    </p:cSldViewPr>
  </p:slideViewPr>
  <p:outlineViewPr>
    <p:cViewPr>
      <p:scale>
        <a:sx n="20" d="100"/>
        <a:sy n="20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SHA N M - 251100690004 - MSISMPL" userId="1777c829-8115-4e85-a30f-490c7858522c" providerId="ADAL" clId="{ACE3C4AA-672C-4CC2-95ED-CA635EED878C}"/>
    <pc:docChg chg="undo custSel addSld delSld modSld">
      <pc:chgData name="ANUSHA N M - 251100690004 - MSISMPL" userId="1777c829-8115-4e85-a30f-490c7858522c" providerId="ADAL" clId="{ACE3C4AA-672C-4CC2-95ED-CA635EED878C}" dt="2025-11-13T09:35:34.674" v="380" actId="113"/>
      <pc:docMkLst>
        <pc:docMk/>
      </pc:docMkLst>
      <pc:sldChg chg="modSp mod">
        <pc:chgData name="ANUSHA N M - 251100690004 - MSISMPL" userId="1777c829-8115-4e85-a30f-490c7858522c" providerId="ADAL" clId="{ACE3C4AA-672C-4CC2-95ED-CA635EED878C}" dt="2025-11-13T09:34:52.769" v="378" actId="20577"/>
        <pc:sldMkLst>
          <pc:docMk/>
          <pc:sldMk cId="0" sldId="257"/>
        </pc:sldMkLst>
        <pc:spChg chg="mod">
          <ac:chgData name="ANUSHA N M - 251100690004 - MSISMPL" userId="1777c829-8115-4e85-a30f-490c7858522c" providerId="ADAL" clId="{ACE3C4AA-672C-4CC2-95ED-CA635EED878C}" dt="2025-11-13T09:34:52.769" v="378" actId="20577"/>
          <ac:spMkLst>
            <pc:docMk/>
            <pc:sldMk cId="0" sldId="257"/>
            <ac:spMk id="3" creationId="{00000000-0000-0000-0000-000000000000}"/>
          </ac:spMkLst>
        </pc:spChg>
      </pc:sldChg>
      <pc:sldChg chg="delSp modSp mod">
        <pc:chgData name="ANUSHA N M - 251100690004 - MSISMPL" userId="1777c829-8115-4e85-a30f-490c7858522c" providerId="ADAL" clId="{ACE3C4AA-672C-4CC2-95ED-CA635EED878C}" dt="2025-11-13T07:39:39.242" v="117" actId="1076"/>
        <pc:sldMkLst>
          <pc:docMk/>
          <pc:sldMk cId="0" sldId="261"/>
        </pc:sldMkLst>
        <pc:spChg chg="mod">
          <ac:chgData name="ANUSHA N M - 251100690004 - MSISMPL" userId="1777c829-8115-4e85-a30f-490c7858522c" providerId="ADAL" clId="{ACE3C4AA-672C-4CC2-95ED-CA635EED878C}" dt="2025-11-13T07:37:50.706" v="101" actId="20577"/>
          <ac:spMkLst>
            <pc:docMk/>
            <pc:sldMk cId="0" sldId="261"/>
            <ac:spMk id="2" creationId="{00000000-0000-0000-0000-000000000000}"/>
          </ac:spMkLst>
        </pc:spChg>
        <pc:spChg chg="del">
          <ac:chgData name="ANUSHA N M - 251100690004 - MSISMPL" userId="1777c829-8115-4e85-a30f-490c7858522c" providerId="ADAL" clId="{ACE3C4AA-672C-4CC2-95ED-CA635EED878C}" dt="2025-11-13T07:38:43.705" v="105" actId="21"/>
          <ac:spMkLst>
            <pc:docMk/>
            <pc:sldMk cId="0" sldId="261"/>
            <ac:spMk id="8" creationId="{AAB042EF-914F-911B-F16D-33754304E504}"/>
          </ac:spMkLst>
        </pc:spChg>
        <pc:spChg chg="mod">
          <ac:chgData name="ANUSHA N M - 251100690004 - MSISMPL" userId="1777c829-8115-4e85-a30f-490c7858522c" providerId="ADAL" clId="{ACE3C4AA-672C-4CC2-95ED-CA635EED878C}" dt="2025-11-13T07:39:39.242" v="117" actId="1076"/>
          <ac:spMkLst>
            <pc:docMk/>
            <pc:sldMk cId="0" sldId="261"/>
            <ac:spMk id="13" creationId="{849E1890-F295-E79D-27B3-4A63A469BE28}"/>
          </ac:spMkLst>
        </pc:spChg>
      </pc:sldChg>
      <pc:sldChg chg="del">
        <pc:chgData name="ANUSHA N M - 251100690004 - MSISMPL" userId="1777c829-8115-4e85-a30f-490c7858522c" providerId="ADAL" clId="{ACE3C4AA-672C-4CC2-95ED-CA635EED878C}" dt="2025-11-13T08:00:43.632" v="125" actId="47"/>
        <pc:sldMkLst>
          <pc:docMk/>
          <pc:sldMk cId="1263565414" sldId="269"/>
        </pc:sldMkLst>
      </pc:sldChg>
      <pc:sldChg chg="addSp delSp modSp mod">
        <pc:chgData name="ANUSHA N M - 251100690004 - MSISMPL" userId="1777c829-8115-4e85-a30f-490c7858522c" providerId="ADAL" clId="{ACE3C4AA-672C-4CC2-95ED-CA635EED878C}" dt="2025-11-13T07:53:51.755" v="124" actId="1076"/>
        <pc:sldMkLst>
          <pc:docMk/>
          <pc:sldMk cId="3511143287" sldId="272"/>
        </pc:sldMkLst>
        <pc:picChg chg="add mod">
          <ac:chgData name="ANUSHA N M - 251100690004 - MSISMPL" userId="1777c829-8115-4e85-a30f-490c7858522c" providerId="ADAL" clId="{ACE3C4AA-672C-4CC2-95ED-CA635EED878C}" dt="2025-11-13T07:53:51.755" v="124" actId="1076"/>
          <ac:picMkLst>
            <pc:docMk/>
            <pc:sldMk cId="3511143287" sldId="272"/>
            <ac:picMk id="7" creationId="{9D3B3732-213E-4972-BF6E-EC2FB0285363}"/>
          </ac:picMkLst>
        </pc:picChg>
        <pc:picChg chg="del">
          <ac:chgData name="ANUSHA N M - 251100690004 - MSISMPL" userId="1777c829-8115-4e85-a30f-490c7858522c" providerId="ADAL" clId="{ACE3C4AA-672C-4CC2-95ED-CA635EED878C}" dt="2025-11-13T07:53:35.192" v="119" actId="478"/>
          <ac:picMkLst>
            <pc:docMk/>
            <pc:sldMk cId="3511143287" sldId="272"/>
            <ac:picMk id="20" creationId="{A47D5A0B-10C9-F861-2559-EDB54CAEC908}"/>
          </ac:picMkLst>
        </pc:picChg>
      </pc:sldChg>
      <pc:sldChg chg="modSp mod">
        <pc:chgData name="ANUSHA N M - 251100690004 - MSISMPL" userId="1777c829-8115-4e85-a30f-490c7858522c" providerId="ADAL" clId="{ACE3C4AA-672C-4CC2-95ED-CA635EED878C}" dt="2025-11-13T09:02:05.708" v="141" actId="20577"/>
        <pc:sldMkLst>
          <pc:docMk/>
          <pc:sldMk cId="709229407" sldId="276"/>
        </pc:sldMkLst>
        <pc:spChg chg="mod">
          <ac:chgData name="ANUSHA N M - 251100690004 - MSISMPL" userId="1777c829-8115-4e85-a30f-490c7858522c" providerId="ADAL" clId="{ACE3C4AA-672C-4CC2-95ED-CA635EED878C}" dt="2025-11-13T09:02:05.708" v="141" actId="20577"/>
          <ac:spMkLst>
            <pc:docMk/>
            <pc:sldMk cId="709229407" sldId="276"/>
            <ac:spMk id="13" creationId="{B2A56024-C7C5-FBE1-6E21-41B7AF7F02AC}"/>
          </ac:spMkLst>
        </pc:spChg>
      </pc:sldChg>
      <pc:sldChg chg="modSp mod">
        <pc:chgData name="ANUSHA N M - 251100690004 - MSISMPL" userId="1777c829-8115-4e85-a30f-490c7858522c" providerId="ADAL" clId="{ACE3C4AA-672C-4CC2-95ED-CA635EED878C}" dt="2025-11-13T09:35:34.674" v="380" actId="113"/>
        <pc:sldMkLst>
          <pc:docMk/>
          <pc:sldMk cId="0" sldId="277"/>
        </pc:sldMkLst>
        <pc:graphicFrameChg chg="modGraphic">
          <ac:chgData name="ANUSHA N M - 251100690004 - MSISMPL" userId="1777c829-8115-4e85-a30f-490c7858522c" providerId="ADAL" clId="{ACE3C4AA-672C-4CC2-95ED-CA635EED878C}" dt="2025-11-13T09:35:34.674" v="380" actId="113"/>
          <ac:graphicFrameMkLst>
            <pc:docMk/>
            <pc:sldMk cId="0" sldId="277"/>
            <ac:graphicFrameMk id="7" creationId="{00000000-0000-0000-0000-000000000000}"/>
          </ac:graphicFrameMkLst>
        </pc:graphicFrameChg>
      </pc:sldChg>
      <pc:sldChg chg="modSp mod">
        <pc:chgData name="ANUSHA N M - 251100690004 - MSISMPL" userId="1777c829-8115-4e85-a30f-490c7858522c" providerId="ADAL" clId="{ACE3C4AA-672C-4CC2-95ED-CA635EED878C}" dt="2025-11-13T08:15:51.339" v="127" actId="20577"/>
        <pc:sldMkLst>
          <pc:docMk/>
          <pc:sldMk cId="1951548851" sldId="278"/>
        </pc:sldMkLst>
        <pc:spChg chg="mod">
          <ac:chgData name="ANUSHA N M - 251100690004 - MSISMPL" userId="1777c829-8115-4e85-a30f-490c7858522c" providerId="ADAL" clId="{ACE3C4AA-672C-4CC2-95ED-CA635EED878C}" dt="2025-11-13T08:15:51.339" v="127" actId="20577"/>
          <ac:spMkLst>
            <pc:docMk/>
            <pc:sldMk cId="1951548851" sldId="278"/>
            <ac:spMk id="16" creationId="{4124A7FE-AB0E-FAF2-F66B-A03DF08A224B}"/>
          </ac:spMkLst>
        </pc:spChg>
      </pc:sldChg>
      <pc:sldChg chg="addSp delSp modSp add mod">
        <pc:chgData name="ANUSHA N M - 251100690004 - MSISMPL" userId="1777c829-8115-4e85-a30f-490c7858522c" providerId="ADAL" clId="{ACE3C4AA-672C-4CC2-95ED-CA635EED878C}" dt="2025-11-13T09:33:20.334" v="371" actId="20577"/>
        <pc:sldMkLst>
          <pc:docMk/>
          <pc:sldMk cId="2932049433" sldId="279"/>
        </pc:sldMkLst>
        <pc:spChg chg="add del">
          <ac:chgData name="ANUSHA N M - 251100690004 - MSISMPL" userId="1777c829-8115-4e85-a30f-490c7858522c" providerId="ADAL" clId="{ACE3C4AA-672C-4CC2-95ED-CA635EED878C}" dt="2025-11-12T22:14:46.838" v="3" actId="478"/>
          <ac:spMkLst>
            <pc:docMk/>
            <pc:sldMk cId="2932049433" sldId="279"/>
            <ac:spMk id="7" creationId="{A8205858-9B7C-6D64-8E3E-6FD0E6FACDB3}"/>
          </ac:spMkLst>
        </pc:spChg>
        <pc:spChg chg="add del">
          <ac:chgData name="ANUSHA N M - 251100690004 - MSISMPL" userId="1777c829-8115-4e85-a30f-490c7858522c" providerId="ADAL" clId="{ACE3C4AA-672C-4CC2-95ED-CA635EED878C}" dt="2025-11-12T22:15:07.712" v="5" actId="478"/>
          <ac:spMkLst>
            <pc:docMk/>
            <pc:sldMk cId="2932049433" sldId="279"/>
            <ac:spMk id="9" creationId="{01DBD903-D472-1AFA-2AAC-7BF4EBE624E2}"/>
          </ac:spMkLst>
        </pc:spChg>
        <pc:spChg chg="add del mod">
          <ac:chgData name="ANUSHA N M - 251100690004 - MSISMPL" userId="1777c829-8115-4e85-a30f-490c7858522c" providerId="ADAL" clId="{ACE3C4AA-672C-4CC2-95ED-CA635EED878C}" dt="2025-11-12T22:21:52.037" v="16" actId="478"/>
          <ac:spMkLst>
            <pc:docMk/>
            <pc:sldMk cId="2932049433" sldId="279"/>
            <ac:spMk id="16" creationId="{BD83F5B0-4158-B8DE-ADBA-8E09790D95AB}"/>
          </ac:spMkLst>
        </pc:spChg>
        <pc:spChg chg="add del mod">
          <ac:chgData name="ANUSHA N M - 251100690004 - MSISMPL" userId="1777c829-8115-4e85-a30f-490c7858522c" providerId="ADAL" clId="{ACE3C4AA-672C-4CC2-95ED-CA635EED878C}" dt="2025-11-12T22:21:50.368" v="15" actId="478"/>
          <ac:spMkLst>
            <pc:docMk/>
            <pc:sldMk cId="2932049433" sldId="279"/>
            <ac:spMk id="17" creationId="{B9486205-B687-F806-89E0-7B903E37BDFA}"/>
          </ac:spMkLst>
        </pc:spChg>
        <pc:spChg chg="add mod">
          <ac:chgData name="ANUSHA N M - 251100690004 - MSISMPL" userId="1777c829-8115-4e85-a30f-490c7858522c" providerId="ADAL" clId="{ACE3C4AA-672C-4CC2-95ED-CA635EED878C}" dt="2025-11-13T04:53:16.664" v="62" actId="1076"/>
          <ac:spMkLst>
            <pc:docMk/>
            <pc:sldMk cId="2932049433" sldId="279"/>
            <ac:spMk id="21" creationId="{BB6B4211-888A-2BBE-C9F4-F0D64B3FEA97}"/>
          </ac:spMkLst>
        </pc:spChg>
        <pc:spChg chg="add mod">
          <ac:chgData name="ANUSHA N M - 251100690004 - MSISMPL" userId="1777c829-8115-4e85-a30f-490c7858522c" providerId="ADAL" clId="{ACE3C4AA-672C-4CC2-95ED-CA635EED878C}" dt="2025-11-13T09:33:20.334" v="371" actId="20577"/>
          <ac:spMkLst>
            <pc:docMk/>
            <pc:sldMk cId="2932049433" sldId="279"/>
            <ac:spMk id="22" creationId="{AAB042EF-914F-911B-F16D-33754304E504}"/>
          </ac:spMkLst>
        </pc:spChg>
        <pc:picChg chg="add mod modCrop">
          <ac:chgData name="ANUSHA N M - 251100690004 - MSISMPL" userId="1777c829-8115-4e85-a30f-490c7858522c" providerId="ADAL" clId="{ACE3C4AA-672C-4CC2-95ED-CA635EED878C}" dt="2025-11-12T22:22:28.412" v="24" actId="1076"/>
          <ac:picMkLst>
            <pc:docMk/>
            <pc:sldMk cId="2932049433" sldId="279"/>
            <ac:picMk id="19" creationId="{9C9662D8-DEA8-CBD9-AA7D-A9478E637A84}"/>
          </ac:picMkLst>
        </pc:picChg>
        <pc:picChg chg="del">
          <ac:chgData name="ANUSHA N M - 251100690004 - MSISMPL" userId="1777c829-8115-4e85-a30f-490c7858522c" providerId="ADAL" clId="{ACE3C4AA-672C-4CC2-95ED-CA635EED878C}" dt="2025-11-12T22:14:27.913" v="1" actId="478"/>
          <ac:picMkLst>
            <pc:docMk/>
            <pc:sldMk cId="2932049433" sldId="279"/>
            <ac:picMk id="1026" creationId="{882C36BF-B677-50B8-6B09-0290623313A6}"/>
          </ac:picMkLst>
        </pc:picChg>
        <pc:inkChg chg="del">
          <ac:chgData name="ANUSHA N M - 251100690004 - MSISMPL" userId="1777c829-8115-4e85-a30f-490c7858522c" providerId="ADAL" clId="{ACE3C4AA-672C-4CC2-95ED-CA635EED878C}" dt="2025-11-12T22:26:11.576" v="56" actId="478"/>
          <ac:inkMkLst>
            <pc:docMk/>
            <pc:sldMk cId="2932049433" sldId="279"/>
            <ac:inkMk id="32" creationId="{1D2F4B27-C309-BBEB-1C13-E1D4378C840C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2T14:56:30.654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586 416,'246'9,"246"41,501 41,-691-68,300-13,-370-12,688 2,-896 1,0 2,29 6,36 3,24-12,23 2,-101 5,-30-5,0-1,-1 0,1 0,0 0,1 0,7-1,-13 0,0 0,0 0,0 0,0 0,0 0,-1-1,1 1,0 0,0 0,0 0,0 0,0 0,0 0,0 0,0 0,0 0,0-1,0 1,0 0,0 0,0 0,0 0,0 0,0 0,0 0,0-1,0 1,0 0,0 0,0 0,0 0,0 0,1 0,-1 0,0 0,0 0,0-1,0 1,0 0,0 0,0 0,0 0,0 0,0 0,0 0,1 0,-1 0,0 0,0 0,0 0,0 0,0 0,0 0,0 0,1 0,-1 0,0 0,0 0,0 0,0 0,0 0,0 0,0 0,0 0,1 0,-1 0,0 0,-12-7,-19-5,-813-227,-12 53,-493 27,176 129,1105 30,-100 15,54-3,-21 2,102-9,21-4,0 0,0 1,-14 4,23-5,0 0,0 1,0-1,1 0,-1 1,0 0,1-1,-1 1,1 0,0 0,-1 1,1-1,0 0,0 1,1-1,-1 1,-1 3,2-3,0-1,1 1,-1 0,1 0,0-1,0 1,0 0,0 0,1 0,-1-1,1 1,-1 0,1 0,0-1,0 1,0-1,0 1,1-1,-1 1,1-1,0 0,-1 1,1-1,0 0,0 0,4 2,3 4,0 0,1 0,0-1,20 10,-9-6,0 0,0 2,-2 0,36 32,-6-9,-7-6,9 9,13 11,-60-46,0-1,0 0,0 0,1 0,0-1,-1 0,1 1,0-2,0 1,0-1,1 1,8 0,6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2T14:56:31.530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4 4,'344'12,"-1"8,-2 8,487 73,148 14,767 73,-899-85,7-20,1102 32,465-9,-1513-56,-530-20,634 93,-71-4,-846-107,1-3,0-2,1-2,0-3,0-1,0-3,0-1,155-18,-242 20,0 0,-1 0,1 0,-1 0,0 0,0-1,0 0,0 1,0-1,0 0,-1-1,0 1,0 0,0-1,0 0,-1 1,0-1,0 0,0 0,-1 0,0-1,0 1,0 0,-1-1,0 1,0-1,-1 1,0-1,1-5,-63-98,-20 19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2T14:56:31.872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2T14:56:32.106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2T14:56:33.113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2T14:56:33.342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2T14:56:50.308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2T14:56:50.528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2T14:58:40.40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0 536 4915,'2'-25'0,"0"0"0,6-26 0,3-28 0,-7 43 6,-3-1 0,-1 0 0,-2 0 0,-7-44 0,8 66 147,7 11 141,-5 4-272,0 1-1,0-1 0,0 1 0,0-1 0,0 1 1,0 0-1,0 0 0,0-1 0,0 1 0,-1 0 1,1 0-1,0 0 0,0 0 0,-1 0 0,1 0 0,-1 0 1,1 0-1,-1 0 0,1 2 0,7 16 209,-2 1-1,0 0 1,-1 0-1,4 41 1,-4 80 867,-3-12-266,12-41-171,-3-31-176,-11-57-483,0 0 1,0 0-1,0 0 1,0 0-1,0 0 0,0 0 1,0 0-1,0 0 1,0 0-1,0 0 1,0 0-1,0 0 1,0-1-1,0 1 0,0 0 1,0 0-1,0 0 1,0 0-1,0 0 1,0 0-1,1 0 1,-1 0-1,0 0 0,0 0 1,0 0-1,0 0 1,0 0-1,0 0 1,0 0-1,0 0 1,0 0-1,0 0 0,0 0 1,0 0-1,0 0 1,1 0-1,-1 0 1,0 0-1,0 0 1,0 0-1,0 0 0,0 0 1,0 0-1,0 0 1,0 0-1,0 0 1,0 0-1,0 0 1,0 0-1,1 0 0,-1 0 1,0 0-1,0 0 1,0 0-1,0 0 1,0 0-1,0 0 1,0 0-1,0 0 0,0 1 1,0-1-1,0 0 1,0 0-1,0 0 1,0 0-1,0 0 1,0 0-1,7-11-25,4-13-69,-1-3 22,-2 0 1,-2 0-1,0 0 0,2-32 1,10-49-244,-8 60 205,-2 0 0,-3 0 0,-1 0-1,-4-55 1,3 121 325,1 0-1,1 0 1,0-1-1,2 1 0,13 26 1,9 27 192,-21-54-258,1-1-1,1-1 0,0 1 1,1-2-1,0 1 1,1-2-1,19 18 1,-15-15 12,-6-4-67,-6-8-54,-1 0-1,1 0 0,0 0 1,0 0-1,1 0 0,-1-1 1,1 0-1,5 3 1,-10-6-37,1 0 0,-1 0 0,1 0 0,0 0 1,-1 0-1,1-1 0,0 1 0,-1 0 0,1 0 1,-1 0-1,1-1 0,-1 1 0,1 0 0,-1-1 0,1 1 1,-1 0-1,1-1 0,-1 1 0,1-1 0,-1 1 1,1-1-1,-1 1 0,0-1 0,1 1 0,-1-1 1,0 1-1,0-1 0,1 1 0,-1-1 0,0 0 1,0 1-1,0-1 0,0 1 0,0-1 0,0 0 0,0 1 1,0-2-1,4-28-141,-4 28 144,1-48-206,-3 0-1,-2 0 1,-18-90-1,22 140 200,-1-5-4,0 0-1,0 0 1,0 0 0,-1 0 0,0 0 0,0 1-1,0-1 1,-5-7 0,17 23 148,1 0 1,-1-1-1,2 0 0,-1-1 1,1-1-1,16 9 1,113 45 601,-124-56-629,0-1-1,1-1 0,-1 0 1,1-1-1,26 0 0,95-5 388,-55-1-110,-660 3 2606,569 0-2964,4 0-15,0 1 0,0-1-1,0 0 1,0 0 0,0-1-1,0 1 1,0 0 0,0-1-1,0 0 1,0 0-1,0 0 1,0 0 0,0 0-1,-4-3 1,7 3-9,0 0 0,0 1-1,1-1 1,-1 0 0,0 1 0,0-1 0,1 0 0,-1 1-1,0-1 1,1 0 0,-1 1 0,1-1 0,-1 1-1,1-1 1,-1 1 0,1-1 0,-1 1 0,1-1 0,-1 1-1,1 0 1,0-1 0,-1 1 0,1 0 0,0-1-1,-1 1 1,1 0 0,0 0 0,-1 0 0,2-1-1,22-8 124,72-16 410,-63 18-530,63-23-1,-36 6-23,69-19-1,-124 42 21,0 0-1,-1-1 1,1 0 0,-1 0 0,1 0 0,-1 0 0,0-1 0,0 1 0,5-5-1,-8 6-7,-1 1 0,0-1 0,1 1 0,-1-1-1,1 1 1,-1-1 0,0 1 0,1-1 0,-1 1 0,0-1-1,0 0 1,1 1 0,-1-1 0,0 0 0,0 1 0,0-1-1,0 1 1,0-1 0,0 0 0,0 1 0,0-1-1,0 0 1,0 1 0,0-1 0,0 0 0,0 1 0,-1-2-1,0 1 3,-1-1 0,1 1-1,0-1 1,-1 1-1,1-1 1,-1 1 0,0 0-1,1 0 1,-1 0-1,0 0 1,0 0 0,0 0-1,-3-1 1,-10-2 24,-1 0 1,1 1-1,-1 1 1,0 0 0,-26 1-1,23 1 14,0-1 0,1-1 0,-29-6 1,38 7 34,8 5-17,16 16 22,37 27 27,-46-42-83,30 26 51,-11-11 15,44 47 0,-63-60-77,0 0 0,-1 0 1,0 0-1,0 1 0,-1-1 0,0 1 1,-1 0-1,1 0 0,-2 1 1,1-1-1,-1 0 0,1 11 1,0 3 31,1 0 0,1 0 0,0 0 0,2-1 0,0 0 0,2 0 0,0-1 0,1 0 0,1 0 0,1-2 0,1 1 0,20 22 0,-28-35-31,0 1 0,0 0 0,7 14 0,-12-20-14,1 0 0,-1 0 1,1 0-1,-1 0 0,1 1 0,-1-1 0,0 0 1,0 0-1,0 0 0,0 0 0,0 1 0,0-1 1,0 0-1,0 0 0,0 0 0,-1 2 1,1-3-2,-1 1 1,1 0-1,-1-1 1,1 1-1,-1-1 1,0 1-1,1-1 1,-1 1 0,0-1-1,1 0 1,-1 1-1,0-1 1,0 0-1,1 1 1,-1-1 0,0 0-1,0 0 1,0 0-1,1 0 1,-1 0-1,0 0 1,0 0 0,0 0-1,1 0 1,-1 0-1,0 0 1,-1-1-1,-3 0 13,-1 0-1,0-1 0,1 0 0,0 0 0,-1-1 0,1 1 1,-6-5-1,5 3 10,0 1 0,-1 0 0,0 0 0,-13-4 0,-20-4 119,-69-28 0,-21-7 72,118 43-201,-16-4 46,1-1 0,-31-13 0,80 33 88,-14-6-125,1-1 0,0-1 1,0 1-1,0-1 0,0-1 1,18 5-1,16-4 39,0-2 0,51-4 0,-29 1-64,-32-2 2,-1 0 0,0-3 0,0 0 0,61-22 0,-55 16 0,40-6 9,-56 14-103,0-1 0,-1 0 1,39-17-1,33-14-133,-68 28 242,-1 0 0,0-2-1,28-16 1,-52 26-15,0 0 0,0 0 0,0 0 0,0 0 1,0 0-1,0-1 0,1 1 0,-1 0 0,0 0 1,0 0-1,0 0 0,0 0 0,0 0 0,0 0 0,0 0 1,0 0-1,1 0 0,-1 0 0,0 0 0,0-1 0,0 1 1,0 0-1,0 0 0,0 0 0,0 0 0,0 0 0,0 0 1,0 0-1,0 0 0,0-1 0,0 1 0,0 0 1,0 0-1,0 0 0,0 0 0,0 0 0,0 0 0,0-1 1,0 1-1,0 0 0,0 0 0,0 0 0,0 0 0,0 0 1,0 0-1,0 0 0,0 0 0,0-1 0,0 1 0,0 0 1,0 0-1,-1 0 0,1 0 0,0 0 0,0 0 0,0 0 1,0 0-1,0 0 0,0 0 0,0-1 0,-12-2 6,-15 1 1,-3 2 0,-128 3 27,155-3-33,0 0 0,0 1 0,0 0 0,0-1 0,0 1 0,0 0 0,0 1-1,0-1 1,1 0 0,-1 1 0,0 0 0,1-1 0,0 1 0,-1 0 0,1 0 0,0 1 0,0-1 0,0 0 0,0 1 0,0-1 0,1 1 0,-1-1 0,1 1 0,0 0 0,-2 3 0,-1 7 3,0 1 1,1 0 0,1 0 0,-1 19-1,-4 16 13,-1-18-8,-1-1 0,-1 0 0,-2-1 0,-1 0 0,-1-1 0,-2-1 0,0 0 0,-34 40 0,28-42-1,12-13-3,-1-1-1,2 1 1,-16 26 0,24-38-5,1 1 0,0-1 0,0 1 1,-1-1-1,1 0 0,0 1 1,0-1-1,0 1 0,0-1 1,0 1-1,0-1 0,0 0 1,0 1-1,0-1 0,0 1 1,0-1-1,0 1 0,0-1 0,0 1 1,0-1-1,0 0 0,0 1 1,0-1-1,1 1 0,-1-1 1,0 1-1,0-1 0,0 0 1,1 1-1,-1-1 0,0 0 1,1 1-1,-1-1 0,0 0 0,1 1 1,19 3 6,23-9 5,-21-1-65,-1-2 0,25-13 0,-25 11 36,0 1 0,24-7 1,231-73 72,-142 42-25,-105 38-21,-1 0 1,0-2-1,44-25 1,-71 36-11,25-14 8,2 2-1,-1 1 1,2 0 0,36-7 0,-64 18-9,9-2 8,1 0 0,-1-1 0,0 0 0,17-8-1,-25 10-21,1-1-1,-1 1 0,0 0 0,0-1 1,-1 1-1,1-1 0,0 1 1,0-1-1,-1 0 0,1 0 0,-1 0 1,1 0-1,-1 0 0,0 0 0,0 0 1,0 0-1,0-1 0,0 1 0,-1 0 1,1 0-1,-1-1 0,1 1 1,-1-1-1,0 1 0,0 0 0,0-5 1,-3-6-110,1-1 1,-2 1-1,0 0 0,-1 0 1,0 1-1,0-1 1,-2 1-1,-13-21 1,-14-27-448,28 48 514,1 1 0,-1 0 0,-1 0 0,0 1 0,-1 0-1,0 0 1,0 1 0,-12-10 0,13 14 64,1 0-1,-1 1 0,0 0 1,-1 0-1,1 1 0,-1-1 1,0 2-1,1-1 0,-1 1 1,0 0-1,-1 1 1,1 0-1,-12 0 0,-108 4 164,111-2-146,0 2 0,0 0 0,0 1 0,1 1 0,-24 10 0,18-6 5,17-7-17,0 0-1,0 0 1,0 0 0,1 0 0,-1 1 0,-7 5 0,11-6-7,-1-1 0,1 1 0,0 0 1,0 0-1,0-1 0,-1 1 0,2 0 0,-1 0 1,0 0-1,0 0 0,1 0 0,-1 0 0,1 1 1,-1-1-1,1 0 0,0 0 0,0 0 1,0 0-1,0 0 0,1 4 0,0 3 14,1 0 0,1 1 0,-1-2 0,1 1 0,1 0 0,7 14 0,36 51 111,-10-18-40,33 70 90,-55-93-122,-13-27-45,1-1 0,-1 1 0,1-1 0,-1 0 0,2 0 0,-1 0 0,5 6 0,-7-10-8,1 0-1,0 0 1,-1 0-1,1 0 1,0 0-1,-1 0 1,1-1-1,0 1 1,0 0-1,0-1 1,0 1 0,0-1-1,-1 0 1,1 0-1,0 0 1,0 0-1,0 0 1,0 0-1,0 0 1,0-1 0,0 1-1,0 0 1,-1-1-1,1 0 1,0 1-1,0-1 1,2-1-1,1-1-21,0 0 0,-1 0-1,1 0 1,-1-1 0,1 0-1,-1 1 1,0-2 0,-1 1-1,1 0 1,-1-1 0,0 1-1,0-1 1,0 0 0,0 0-1,-1 0 1,0 0 0,0-1-1,2-8 1,-4 11 7,1 1 0,-1-1 0,0 1 0,0-1-1,0 0 1,0 1 0,0-1 0,-1 1 0,1-1 0,-1 0 0,1 1-1,-1-1 1,0 1 0,0-1 0,0 1 0,0 0 0,-2-3 0,1 3 15,0 0 0,-1 0 0,1 0 0,0 0 0,-1 0 0,1 1 0,-1 0 0,1-1 0,-1 1 0,0 0 0,0 0 0,1 0 0,-1 0 0,0 1 0,0-1 0,0 1 0,0 0 0,-5 0 1,4 0-1,0 1 1,0-1 0,1 1-1,-1 0 1,0 1 0,0-1-1,1 1 1,-1-1 0,1 1-1,0 0 1,-1 0 0,1 1-1,0-1 1,0 1 0,0-1-1,-4 6 1,4-5 0,0 0 1,1 1-1,-1-1 0,0 1 0,1 0 1,0 0-1,0 0 0,0 0 1,0 0-1,1 0 0,0 0 0,0 1 1,0-1-1,-1 5 0,2-8-3,0-1-1,0 1 1,0 0-1,1-1 0,-1 1 1,0 0-1,0-1 1,0 1-1,1-1 0,-1 1 1,0 0-1,0-1 1,1 1-1,-1-1 1,0 1-1,1-1 0,-1 1 1,1-1-1,-1 1 1,1-1-1,-1 1 0,1-1 1,-1 0-1,1 1 1,0-1-1,-1 0 0,1 1 1,-1-1-1,1 0 1,0 0-1,-1 0 1,1 1-1,-1-1 0,1 0 1,0 0-1,-1 0 1,1 0-1,0 0 0,-1 0 1,2-1-1,31-6 36,-26 4-27,118-23 118,10-3-34,-92 18-28,73-7-1,-57 10 1,90-5 55,-126 12-96,1 2 0,0 1 0,-1 1 0,29 7-1,-42-8-15,-1 1 0,0 1 0,0-1 0,8 6 0,-15-8-7,0 0 0,-1 0 1,1 0-1,0 0 1,-1 0-1,1 0 0,0 0 1,-1 1-1,0-1 0,1 1 1,-1-1-1,0 1 1,0-1-1,0 1 0,0 0 1,0 0-1,0-1 0,0 1 1,-1 0-1,1 0 1,-1 0-1,1 0 0,-1 0 1,0 0-1,1 3 1,-1-4-2,-1 0 1,1 0-1,0 0 1,0-1 0,-1 1-1,1 0 1,0 0 0,-1-1-1,1 1 1,-1 0 0,1-1-1,-1 1 1,1 0 0,-1-1-1,1 1 1,-1-1 0,1 1-1,-1-1 1,0 1-1,0-1 1,1 1 0,-1-1-1,0 0 1,0 1 0,-1-1-1,-25 0 33,-24-16 13,39 9-117,1-1 0,-1-1 0,1 0-1,1 0 1,-1-1 0,2-1 0,-1 1-1,1-2 1,-13-22 0,19 28 12,0 0 0,0 0 1,1-1-1,0 0 0,0 1 1,1-1-1,-1 0 0,1-7 0,-7-26-221,8 39 281,-1 0-1,1 0 1,-1 0-1,0 0 1,1 0-1,-1 1 1,0-1-1,1 0 1,-1 0-1,0 1 1,0-1-1,0 0 1,0 1-1,0-1 1,0 1-1,0-1 1,0 1-1,0-1 1,0 1-1,0 0 1,0-1-1,0 1 1,0 0-1,0 0 1,0 0-1,0 0 1,0 0-1,0 0 1,-1 0-1,1 0 1,0 0-1,0 1 1,0-1-1,0 0 1,0 1-1,0-1 1,-1 2-1,-45 20 58,41-19-52,-8 6 14,0-1-1,0-1 0,-1 0 1,0-1-1,0-1 0,-1 0 0,1-1 1,-1-1-1,-28 2 0,22-4 6,0 0 0,0 2 0,1 0-1,0 1 1,-33 11 0,53-15-25,1 0 1,-1 0-1,1 0 1,-1 0-1,1 1 1,-1-1-1,1 0 1,-1 0-1,1 1 1,-1-1-1,1 0 0,-1 0 1,1 1-1,-1-1 1,1 0-1,0 1 1,-1-1-1,1 1 1,-1-1-1,1 1 0,0-1 1,0 0-1,-1 1 1,1-1-1,0 1 1,0-1-1,0 1 1,-1 0-1,1 0 1,13 6 31,26-2 11,141-4 114,-92-2-75,-87 1-81,0 0 0,0-1 1,1 1-1,-1 0 0,0 0 0,0 0 1,0 0-1,0 0 0,1 1 0,-1-1 1,0 0-1,0 0 0,0 1 0,0-1 1,0 1-1,0-1 0,0 1 0,0-1 1,0 1-1,0 0 0,0 0 0,0-1 1,0 1-1,0 0 0,0 0 0,-1 0 1,2 1-1,-2 0 2,0-1 0,0 1 1,0 0-1,0-1 0,-1 1 0,1 0 0,0-1 1,-1 1-1,1-1 0,-1 1 0,0-1 1,1 1-1,-1-1 0,0 0 0,0 1 0,-2 1 1,-6 8 21,-1 0 1,0-1-1,-14 11 1,-14 8 18,27-23-29,1 1-1,0 1 1,1-1 0,0 1 0,0 1 0,0 0 0,1 0-1,1 1 1,-9 13 0,16-23-14,-1 1-1,1 0 1,-1-1-1,1 1 1,-1 0-1,1-1 1,0 1-1,-1 0 1,1 0-1,0-1 1,0 1 0,0 0-1,-1 0 1,1-1-1,0 1 1,0 0-1,0 0 1,0 0-1,0-1 1,1 1-1,-1 0 1,0 0 0,0-1-1,0 1 1,1 0-1,-1 0 1,0-1-1,1 1 1,-1 0-1,1-1 1,-1 1-1,1 0 1,-1-1 0,1 1-1,-1-1 1,1 1-1,-1-1 1,1 1-1,0-1 1,-1 1-1,1-1 1,0 0-1,0 1 1,2-1-1,-1 1 0,0-1 0,0 0 0,1 0 1,-1 0-1,0 0 0,0 0 0,0-1 0,1 1 0,-1-1 0,0 0 0,0 1 1,0-1-1,3-2 0,64-38-329,-43 24 318,0 2 0,31-13 1,-38 19-58,0 0 0,-1-1 1,0-1-1,-1-1 0,31-26 0,-20 10-211,-1 0-1,29-39 0,-52 61 278,1 0 0,0 1 0,0 0 0,1 0 1,-1 1-1,1-1 0,0 1 0,1 1 0,-1-1 0,1 1 1,-1 0-1,1 0 0,0 1 0,0 0 0,0 0 0,9-1 1,79-26-124,-69 19 130,1 2 1,1 0 0,0 2 0,0 1 0,28-1 0,217 8 309,-196 4-208,-97-10-176,1-1 1,0-1-1,0-1 1,0-1-1,-30-17 1,-31-11-188,39 20 313,0 3 0,0 1 1,-1 3-1,-1 1 0,0 1 1,-58 1-1,109 7-38,0 0-1,0 1 1,0 0 0,0 1-1,-1 0 1,1 0-1,-1 1 1,1 0 0,-1 0-1,-1 0 1,9 7-1,80 69 132,-85-70-121,5 3-6,-1 0 1,-1 1 0,16 21-1,-24-28-13,-1 0 1,0 0-1,-1 0 0,0 1 0,0-1 0,0 1 1,-1 0-1,0 0 0,-1 0 0,2 15 1,-3-8 15,-1 1 0,0-1 0,-1 1 0,0-1 0,-2 0 0,-5 18 1,-40 91 125,29-76-94,10-25-25,-2-1 1,-14 21-1,21-33-19,4-9-12,0 0 0,0 0 0,0 0-1,0 0 1,0 0 0,1 1 0,-1-1 0,1 0-1,-1 0 1,1 1 0,-1-1 0,1 0-1,0 1 1,-1-1 0,1 1 0,0-1 0,0 0-1,0 1 1,0-1 0,0 1 0,1-1 0,-1 3-1,1-4 2,0 1 0,0 0-1,0-1 1,0 1 0,0-1-1,0 1 1,0-1 0,0 0-1,0 1 1,1-1 0,-1 0-1,0 0 1,0 0 0,0 0 0,0 0-1,0 0 1,0 0 0,0 0-1,1 0 1,-1 0 0,1-1-1,10-2 18,0-1 1,-1 1-1,21-11 0,19-17-619,-1-1-1,-2-3 1,68-62-1,-68 56 304,93-62 201,-108 83 157,-28 17-44,0 1 1,0-1-1,0-1 0,0 1 1,0-1-1,-1 0 0,7-6 1,-11 9-18,0 1 0,0 0 0,0 0 0,0 0 0,0-1 0,0 1 0,0 0 0,0 0 0,0-1 0,0 1 0,0 0 0,0 0 0,0-1 0,0 1 0,0 0 0,0 0 0,0 0 0,0-1 0,0 1 0,0 0 0,-1 0 0,1 0 1,0-1-1,0 1 0,0 0 0,0 0 0,0 0 0,-1 0 0,1-1 0,0 1 0,0 0 0,0 0 0,-1 0 0,1 0 0,0 0 0,0 0 0,-1 0 0,1 0 0,0 0 0,0 0 0,0-1 0,-1 1 0,1 0 0,0 0 0,0 0 0,-1 1 0,-13-4 53,13 3-47,-15 0 29,0 0 0,1 1-1,-1 0 1,0 1 0,1 1 0,0 1-1,-25 8 1,-104 52 198,66-27-134,57-28-72,12-6-10,1 1 0,0-1 1,-1 2-1,2-1 0,-12 9 0,18-13-17,1 0 0,0 0 0,0 0-1,0 0 1,-1 1 0,1-1 0,0 0-1,0 0 1,0 0 0,0 0 0,-1 0 0,1 0-1,0 0 1,0 0 0,0 1 0,0-1 0,0 0-1,0 0 1,-1 0 0,1 0 0,0 0-1,0 1 1,0-1 0,0 0 0,0 0 0,0 0-1,0 1 1,0-1 0,0 0 0,0 0-1,0 0 1,0 0 0,0 1 0,0-1 0,0 0-1,0 0 1,0 0 0,0 1 0,0-1-1,0 0 1,0 0 0,0 0 0,0 0 0,0 1-1,0-1 1,0 0 0,1 0 0,-1 0 0,0 0-1,0 1 1,0-1 0,0 0 0,0 0-1,15 1 62,20-6 11,526-146-2494,-279 68 906,-45 0 1721,-155 52-41,-157 28 216,-12 9-25,-100 21 1,46-5-79,95-13-126,44-8-141,-1-1 0,1 1-1,-1 0 1,0 0 0,1 0 0,-1 1 0,1-1-1,0 0 1,0 1 0,-1 0 0,1-1-1,0 1 1,-3 4 0,5-6-8,0 1-1,0-1 1,0 0 0,0 1 0,0-1 0,0 1-1,0-1 1,0 1 0,0-1 0,0 1 0,0-1-1,0 1 1,0-1 0,0 0 0,0 1-1,0-1 1,1 1 0,-1-1 0,0 1 0,0-1-1,0 0 1,1 1 0,-1-1 0,0 0 0,1 1-1,-1-1 1,0 0 0,1 1 0,-1-1-1,0 0 1,1 1 0,-1-1 0,1 0 0,-1 0-1,0 0 1,1 0 0,-1 1 0,1-1-1,-1 0 1,1 0 0,-1 0 0,1 0 0,-1 0-1,1 0 1,25 5 88,-26-5-89,22 0 87,0 0 0,0-2-1,0 0 1,0-2 0,40-12 0,-18 6 31,17-6-118,-2-2 1,0-3 0,61-31-1,-116 50 6,1-1-1,-1 1 1,0-1-1,0 0 1,0-1-1,0 1 1,4-6 0,-7 9-7,-1-1 1,1 0-1,0 1 1,-1-1 0,0 0-1,1 0 1,-1 1-1,1-1 1,-1 0 0,0 0-1,0 0 1,1 0-1,-1 0 1,0 1 0,0-1-1,0 0 1,0 0-1,0 0 1,0-2 0,-1 2 0,1 0 0,-1 1 0,0-1 1,1 0-1,-1 0 0,0 0 0,0 0 1,0 1-1,1-1 0,-1 0 0,0 0 1,0 1-1,0-1 0,0 1 0,0-1 1,0 1-1,0 0 0,-1-1 0,1 1 1,-2 0-1,-26-5 71,0 1-1,-1 1 1,0 2-1,-53 5 1,49-2-22,-15 2 41,-1 2 1,1 2 0,0 2 0,0 3 0,2 1 0,0 3-1,-63 31 1,-60 39 143,-110 48 108,253-124-306,-72 32 88,86-37-108,0 1 0,0 1 0,0 1 0,1 0 1,-11 10-1,21-17-15,0 0 1,0 0 0,0 0 0,0 0 0,0 0-1,0 1 1,1-1 0,-1 1 0,1-1-1,0 1 1,0-1 0,0 1 0,0 0 0,0-1-1,0 1 1,1 0 0,-1 0 0,1 4-1,0-5 3,1 1 0,0-1 0,0 1 0,0-1-1,0 1 1,0-1 0,1 0 0,-1 0 0,1 0-1,-1 0 1,1 0 0,0 0 0,0 0 0,0 0 0,0-1-1,0 1 1,0-1 0,0 1 0,4 1 0,530 311 955,-439-264-935,111 42 0,-108-51-24,-76-31-2,0 0 1,0-2-1,27 5 1,-42-11-8,0-1 1,0 0-1,0 0 0,0-1 1,0 0-1,0-1 0,0 0 1,0 0-1,-1-1 1,1 0-1,0-1 0,11-4 1,32-21-493,-2-2 0,-1-2 0,55-47 1,-33 33 357,-71 45 142,0 1-1,1 0 1,-1 0 0,0 0-1,1-1 1,-1 1 0,0 0 0,0 0-1,1-1 1,-1 1 0,0 0-1,0-1 1,1 1 0,-1 0 0,0-1-1,0 1 1,0 0 0,0-1-1,1 1 1,-1 0 0,0-1 0,0 1-1,0 0 1,0-1 0,0 1-1,0-1 1,0 1 0,0 0 0,0-1-1,0 1 1,0 0 0,0-1-1,-1 1 1,1-1 0,0 1 0,0 0-1,0-1 1,0 1 0,0 0-1,-1-1 1,-18-7 41,-28 2 0,47 6-42,-100-2 101,0 3 0,0 6 0,0 3 0,1 5 0,1 4 0,0 4 0,2 5 0,-123 52 0,147-52-40,50-21-41,0 1-1,0 0 1,1 2-1,0 1 1,1 0-1,-26 20 1,45-30-19,0 0 1,0 0 0,0 0-1,0 1 1,0-1 0,0 0 0,0 0-1,0 1 1,0-1 0,0 0 0,1 1-1,-1-1 1,1 1 0,-1-1 0,1 1-1,0-1 1,-1 1 0,1-1 0,0 1-1,0-1 1,0 1 0,0 0-1,0-1 1,0 1 0,1-1 0,-1 1-1,0-1 1,2 3 0,1 3 8,1 0 0,0-1-1,0 0 1,0 0 0,6 7 0,16 24 30,-19-18-37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2T14:58:54.40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5088 159 4915,'-572'0'4325,"529"-3"-3858,0-2 0,0-2 0,1-2 0,-77-26 0,101 29-384,-133-39 1026,122 38-832,-1 2 0,1 0 0,-40 1 0,-360 5 2786,394 1-2648,-57 10 1,56-7 17,-52 3 0,70-7-220,0 2 0,0 0 0,0 0 0,-30 11 0,26-7 11,0 0 1,-28 2 0,-1-4 51,-58 10 529,64-8-419,0-3-1,0-1 1,-76-6-1,25 1-445,-293 2 60,371-1 0,0-1 0,-33-8 0,30 6 0,-36-4 0,-11 5 0,-123-10 0,180 11 0,-136-23 0,-151-31 0,263 52 0,1 2 0,0 0 0,-44 6 0,74-4 0,-1 1 0,1 0 0,-1 1 0,1-1 0,0 1 0,0 0 0,-1 0 0,2 0 0,-1 1 0,-6 4 0,-35 35 0,15-13 0,-85 84 0,49-47 0,-45 51 0,107-113 0,0 0 0,1 0 0,-1 0 0,1 0 0,0 0 0,0 1 0,1 0 0,-1-1 0,1 1 0,-4 10 0,6-14 0,0 1 0,0-1 0,0 1 0,-1-1 0,1 0 0,1 1 0,-1-1 0,0 1 0,0-1 0,0 0 0,1 1 0,-1-1 0,1 1 0,-1-1 0,1 0 0,-1 0 0,3 3 0,-2-2 0,1-1 0,0 1 0,-1-1 0,1 0 0,0 1 0,0-1 0,0 0 0,0 0 0,0 0 0,0 0 0,1 0 0,-1-1 0,0 1 0,4 0 0,11 1 0,0 0 0,31-2 0,-33-1 0,1 1 0,-1 1 0,1 1 0,16 3 0,9 2 0,0-1 0,80 1 0,-8-2 0,287 37 0,-385-41 0,49 6 0,-60-6 0,1-1 0,-1 1 0,0 0 0,0 1 0,0-1 0,0 1 0,0 0 0,-1 0 0,1 0 0,0 0 0,4 5 0,-7-7 0,-1 0 0,0 1 0,0-1 0,0 0 0,1 1 0,-1-1 0,0 0 0,0 1 0,0-1 0,0 0 0,0 1 0,1-1 0,-1 0 0,0 1 0,0-1 0,0 0 0,0 1 0,0-1 0,0 1 0,0-1 0,0 0 0,-1 1 0,1-1 0,0 0 0,0 1 0,0-1 0,0 0 0,0 1 0,-1-1 0,1 0 0,0 1 0,0-1 0,0 0 0,-1 0 0,1 1 0,0-1 0,0 0 0,-1 0 0,1 1 0,0-1 0,-1 0 0,1 0 0,0 0 0,-1 1 0,1-1 0,0 0 0,-1 0 0,1 0 0,-1 0 0,1 0 0,0 0 0,-1 0 0,1 0 0,-1 0 0,-22 5 0,23-5 0,-106 6 0,63-4 0,-52 7 0,-7 9 0,-348 76 0,145-2 0,261-80 0,1-2 0,-1-2 0,0-2 0,-52 1 0,82-5 0,1 0 0,-1 0 0,1 1 0,0 1 0,0 0 0,0 1 0,1 1 0,-15 7 0,8-2 0,1 2 0,0-1 0,1 2 0,-20 20 0,37-34 0,-1 0 0,1 0 0,-1 1 0,1-1 0,-1 1 0,1-1 0,0 0 0,-1 1 0,1-1 0,0 1 0,-1-1 0,1 1 0,0-1 0,-1 1 0,1-1 0,0 1 0,0-1 0,0 1 0,0-1 0,-1 1 0,1-1 0,0 1 0,0 0 0,0-1 0,0 1 0,0-1 0,0 1 0,0-1 0,1 1 0,-1 0 0,0-1 0,0 1 0,1 0 0,0 0 0,0 0 0,0 0 0,1 0 0,-1-1 0,0 1 0,0 0 0,1-1 0,-1 1 0,1-1 0,-1 1 0,1-1 0,2 1 0,50 2 0,-51-3 0,16 0 0,-3-1 0,0 1 0,0 1 0,0 0 0,-1 1 0,29 8 0,-13-1 0,1-1 0,-1-1 0,60 4 0,97-8 0,-146-3 0,-32-1-29,-1 1 1,1-1-1,-1-1 1,0 0-1,0 0 1,0-1-1,0 0 1,0 0-1,0-1 1,-1 0-1,1-1 0,-1 0 1,0 0-1,-1 0 1,0-1-1,1-1 1,-2 1-1,1-1 1,-1 0-1,0 0 1,7-12-1,5-7-185,-11 17 99,-1 0 0,1-1 0,-2 0 0,1 0 0,5-16 0,-10 23 110,0 1-1,-1 0 0,1-1 1,-1 1-1,0 0 1,0-1-1,0 1 0,0 0 1,0-1-1,0 1 0,-1 0 1,1-1-1,-1 1 0,0 0 1,1 0-1,-1-1 0,0 1 1,0 0-1,-1 0 0,1 0 1,0 0-1,-1 0 0,1 1 1,-1-1-1,1 0 0,-1 1 1,0-1-1,0 1 0,0-1 1,0 1-1,0 0 0,-3-2 1,-48-23 55,37 19-47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2T14:59:00.05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1032 4915,'29'-1'663,"56"-10"0,8-2-112,-67 11-213,34-9 1,-36 6-84,0 1 0,25-1 0,-33 5-142,117-9 872,-118 7-838,0-1 1,0-1 0,0 0-1,-1-1 1,1-1 0,22-12-1,32-20 642,-28 16-762,48-34-1,-87 55-24,133-108 55,-123 99-98,-1-1-1,-1-1 1,0 0 0,0 0 0,-1-1-1,-1 0 1,0 0 0,-1-1-1,6-15 1,-13 28 47,1-1 0,-1 0 1,1 1-1,-1-1 0,0 0 0,1 1 0,-1-1 1,0 0-1,0 0 0,0 1 0,-1-1 1,1 0-1,0 1 0,-1-1 0,1 0 0,-1 1 1,1-1-1,-1 0 0,0 1 0,1-1 0,-1 1 1,0-1-1,0 1 0,0 0 0,-2-3 0,-2 0 46,-1 0-1,1 0 1,-1 1-1,0 0 0,-9-5 1,10 7-39,1-1 1,0 0 0,-1 0-1,1-1 1,0 1 0,0-1-1,1 0 1,-1 0 0,0 0-1,1 0 1,0-1 0,-4-4-1,5 3-31,0 1 1,1-1-1,0 1 0,0-1 0,0 1 0,0-1 0,1 1 0,-1-1 0,1 0 0,0 0 0,1 1 0,-1-1 0,1 1 1,0-1-1,0 0 0,0 1 0,1-1 0,0 1 0,0 0 0,0 0 0,0 0 0,5-7 0,6-7-85,2-1 0,0 2-1,25-23 1,-9 9-5,21-26-102,-25 25 160,1 2 0,38-30 0,-65 58 63,0 1 0,0 0 0,1 0 0,-1 0 0,0 0 0,1 0 0,-1 0 0,1 1 0,-1-1 0,1 0 0,-1 1 0,1-1 0,0 1 0,-1-1 0,1 1 0,0 0 0,-1 0 0,1 0 0,0 0 0,-1 0 0,4 1 0,-4-1 2,1 1-1,-1 0 0,0 0 1,0 0-1,0 0 0,0 0 1,1 0-1,-2 1 0,1-1 1,0 0-1,0 1 0,0-1 1,0 0-1,-1 1 0,1-1 1,-1 1-1,1-1 0,0 3 1,1 10 70,0 0 1,-1 0 0,-1 0 0,0 15 0,-1-21-45,-2 221 1116,60-274-1479,-30 27 362,2 1 0,0 1 1,0 2-1,2 1 0,-1 1 0,36-8 1,-14 3-292,51-24 0,-84 32 178,21-11 123,1 2 0,56-17 1,17-4 363,-17 4-217,-84 33-129,-1 0 0,1 0-1,0 2 1,0-1 0,0 2 0,0 0 0,-1 0-1,1 1 1,14 4 0,-5-1 124,42 2-1,25-7 234,-46-2-186,-1 3-1,1 1 1,63 12-1,-70-9 9,1 0-1,-1-3 1,65-3 0,-63-1-43,0 2 0,0 2 0,47 7 1,-43-1 30,1-3-1,-1-1 1,1-2 0,67-6 0,-69-3-34,-33 5-149,0 0 0,1 0 0,-1 1 0,16 0 0,-23 1-44,0 0-1,-1 0 1,1 0 0,0 0 0,0 0-1,-1 0 1,1 0 0,0 1-1,0-1 1,-1 0 0,1 0 0,0 1-1,-1-1 1,1 0 0,0 1-1,-1-1 1,1 0 0,0 1 0,-1-1-1,1 1 1,0 0 0,-1 0-2,0-1 1,0 1-1,0-1 1,0 1 0,0-1-1,0 1 1,0-1-1,-1 1 1,1-1-1,0 1 1,0-1 0,0 1-1,-1-1 1,1 1-1,0-1 1,0 0-1,-1 1 1,1-1 0,-1 0-1,1 1 1,0-1-1,-1 1 1,-30 17 224,-222 56 924,223-65-969,-17 6 71,0-3 0,-1-1 0,-74 6 0,97-15-101,0 2-1,0 1 1,-29 9-1,29-7 8,1-1 0,-2-1-1,-30 2 1,-10 0-45,0 2-1,-98 28 1,100-21-128,0-2 1,-110 8-1,165-22 10,5 0 0,1 0 0,0 0 0,0 0 0,0 0 0,0 0 0,0 1 0,0-1 0,-1 1 0,1 0 0,0 0 0,0 0 0,1 0 0,-6 3 0,8-3 0,0-1 0,0 1 0,0-1 0,0 0 0,0 1 0,0-1 0,0 0 0,0 1 0,1-1 0,-1 0 0,0 1 0,0-1 0,0 0 0,0 1 0,1-1 0,-1 0 0,0 1 0,0-1 0,1 0 0,-1 0 0,0 0 0,1 1 0,-1-1 0,0 0 0,1 0 0,-1 0 0,0 1 0,1-1 0,-1 0 0,0 0 0,1 0 0,-1 0 0,0 0 0,1 0 0,-1 0 0,0 0 0,1 0 0,-1 0 0,1 0 0,0 0 0,17 3 0,197 2 0,-23-3 0,735 19 0,-872-23-84,-1-3 0,1-2 0,-1-2 0,-1-2 0,0-3-1,56-23 1,-60 21 82,1 1-1,82-13 1,14-4 43,123-50 28,-362 80-29,63-2-28,1-1-1,-1-1 1,-54-20 0,-39-9 25,118 34-35,1-1 0,-1 1 0,1-1 0,0 0-1,0 0 1,-1 0 0,1 0 0,1-1 0,-5-3 0,7 6-2,1 0 1,0-1-1,-1 1 0,1-1 1,-1 1-1,1 0 1,0-1-1,-1 1 0,1-1 1,0 1-1,-1-1 1,1 1-1,0-1 0,0 1 1,0-1-1,-1 0 1,1 1-1,0-1 0,0 1 1,0-1-1,0 1 1,0-1-1,0 0 0,0 1 1,0-1-1,0 1 1,0-1-1,1 0 0,0 0 1,0 0 0,0 0-1,0 0 1,0 0 0,0 0 0,1 0-1,-1 1 1,0-1 0,1 0-1,-1 1 1,1-1 0,-1 1-1,1-1 1,-1 1 0,1 0-1,2-1 1,8 0 4,1 0 0,0 0 1,-1 1-1,1 1 0,0 0 0,24 5 0,77 28 34,-54-15-17,204 44 56,-103-17-34,88 27 13,-176-48-35,92 46 0,-115-43-22,-46-26 0,0 1 0,0 0 0,0 0 0,-1 0 0,1 0 0,-1 1 0,0 0 0,0-1 0,4 6 0,-7-8 0,1 0 0,-1-1 0,0 1 0,1 0 0,-1 0 0,0-1 0,1 1 0,-1 0 0,0 0 0,0 0 0,0-1 0,0 1 0,0 0 0,0 0 0,0 0 0,0 0 0,0-1 0,0 1 0,0 0 0,0 0 0,-1 0 0,1-1 0,0 1 0,-1 0 0,1 0 0,0-1 0,-1 1 0,1 0 0,-1 0 0,1-1 0,-1 1 0,1-1 0,-1 1 0,0-1 0,1 1 0,-1-1 0,0 1 0,1-1 0,-1 1 0,0-1 0,0 0 0,1 1 0,-1-1 0,0 0 0,0 0 0,0 1 0,1-1 0,-1 0 0,0 0 0,0 0 0,0 0 0,0 0 0,1 0 0,-3-1 0,-6 1 0,0 0 0,0-1 0,-13-3 0,-10-2 0,1 2 0,-1 2 0,-40 1 0,-95 14 0,6-1 0,1 2 0,-13-1 0,153-11 0,0 0 0,-29 8 0,1 0 0,15-2 0,1 2 0,0 1 0,0 1 0,-35 20 0,31-15 0,-48 24 0,39-18 0,0-1 0,-2-3 0,-53 14 0,78-26 0,22-7 0,0 0 0,0 0 0,0 0 0,0 0 0,1 0 0,-1 0 0,0 0 0,0 0 0,0 0 0,0 0 0,0 0 0,0 0 0,0 0 0,0 0 0,0 0 0,0 0 0,0 0 0,0 0 0,1 0 0,-1 1 0,0-1 0,0 0 0,0 0 0,0 0 0,0 0 0,0 0 0,0 0 0,0 0 0,0 0 0,0 0 0,0 0 0,0 0 0,0 0 0,0 0 0,0 1 0,0-1 0,0 0 0,0 0 0,0 0 0,0 0 0,0 0 0,0 0 0,0 0 0,0 0 0,0 0 0,0 0 0,0 1 0,0-1 0,0 0 0,0 0 0,0 0 0,0 0 0,39 0 0,-23-1 0,295 15 0,-28-6 0,-65-5 0,-72 14 0,-81-8 0,-44-5 0,-5 2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2T14:58:18.62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4915,'0'0'0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2T14:58:20.38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4915,'0'4'180,"0"7"0,0 4 1,0 6-1,0 2 0,0-1-180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2T14:59:04.22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756 255 4915,'257'0'3064,"-325"-3"-2086,-100-18 1,-5-2 277,85 21-775,60 2-278,1 0-1,-1-2 1,1-1-1,0-1 1,-32-10-1,115 8 730,508 7 3573,-683 2-3152,1 6 0,-151 30 0,196-27-1169,0-3 1,-123-2-1,192-7-184,-4 0 0,1-1 0,0 1 0,0 1 0,0-1 0,0 1 0,0 0 0,0 1 0,0-1 0,0 2 0,-10 3 0,18-5 0,-1-1 0,0 0 0,0 1 0,0-1 0,1 1 0,-1-1 0,0 0 0,1 1 0,-1-1 0,0 0 0,1 1 0,-1-1 0,1 0 0,-1 0 0,0 1 0,1-1 0,-1 0 0,1 0 0,-1 0 0,1 0 0,-1 1 0,0-1 0,1 0 0,-1 0 0,1 0 0,-1 0 0,1 0 0,-1 0 0,1 0 0,-1 0 0,1 0 0,0-1 0,21 4 0,395 0 0,-217-5 0,-149 3 0,79-4 0,-115 2 0,-1-1 0,0 0 0,0-2 0,-1 1 0,1-2 0,24-10 0,-37 14 0,1 1 0,-1-1 0,1 0 0,-1 0 0,0 0 0,1 0 0,-1 0 0,0 0 0,0 0 0,1 0 0,-1 0 0,0 0 0,0-1 0,0 1 0,1-3 0,-2 4 0,0-1 0,0 1 0,0-1 0,0 1 0,0-1 0,-1 1 0,1-1 0,0 1 0,0-1 0,0 0 0,0 1 0,-1-1 0,1 1 0,0-1 0,0 1 0,-1 0 0,1-1 0,0 1 0,-1-1 0,1 1 0,0-1 0,-1 1 0,1 0 0,-1-1 0,1 1 0,-1 0 0,1 0 0,-2-1 0,-2-1 0,-1 0 0,-1 0 0,1 0 0,0 1 0,0 0 0,-1 0 0,-7 0 0,-274 0 0,208 3 0,105-5-2,-1-1-1,0-1 1,46-16 0,-32 9-56,57-14-205,1 4 0,166-16 0,-21 3 336,-139 18-43,-43 1-3,-44 11-25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2T14:59:09.31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269 105 4915,'216'8'3303,"389"67"1,-500-61-2797,57 12 470,-159-26-935,1 1 0,-1 1 0,0-1 0,0 0 1,0 1-1,1 0 0,3 3 0,-7-5-33,1 0 0,-1 0 0,0 0 0,0 0 0,0 0 0,1 1 0,-1-1 0,0 0 0,0 0 0,0 0 0,0 1 0,0-1 0,1 0 0,-1 0 0,0 0 0,0 1 0,0-1 0,0 0 0,0 0 0,0 1 0,0-1 0,0 0 0,0 0 0,0 1 0,0-1 0,0 0 0,0 0 0,0 1 0,0-1 0,0 0 0,0 0 0,0 1 0,0-1 0,0 0 0,0 1 0,-17 4 244,-1-5 3,-1 0 1,1-1 0,-24-5 0,-11 0 99,-353-13 2888,-315 5 894,625 14-3886,371-13-252,-15-1 0,716 15 0,-787-14 0,-17 0 0,1-4 0,-156 14 0,39-2 0,0 2 0,58 6 0,72-4 0,-144-5 0,54-14 0,-61 12 0,1 0 0,51-3 0,27-1 0,10-1 0,357 12 0,-225 2 0,-226-3 0,0-1 0,37-8 0,-15 1 0,5-1 0,-36 6 0,0 1 0,36-2 0,-28 5 0,149 4 0,-105 8 0,-49-6 0,38 3 0,-46-7 0,20 0 0,0 2 0,40 8 0,104 15 0,-138-19 0,1-2 0,0-3 0,78-4 0,-34 0 0,1054 2 0,-1113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2T14:56:55.950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2T14:56:57.370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2T14:56:55.950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2T14:56:57.370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2T14:56:55.950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2T14:56:57.370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2T14:56:55.950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2T14:56:57.370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78363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115050" y="0"/>
            <a:ext cx="4676775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744622-5CDE-426F-9234-052D5599F0B6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575050" y="857250"/>
            <a:ext cx="36449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79500" y="3300413"/>
            <a:ext cx="86360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4678363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115050" y="6513513"/>
            <a:ext cx="4676775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C9D6F-B4EF-4DB8-985C-EB391CB2EB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526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C9D6F-B4EF-4DB8-985C-EB391CB2EB7C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97065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C9D6F-B4EF-4DB8-985C-EB391CB2EB7C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80453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292ADF-FF87-46BE-8F9A-84BBFD48F8E8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63028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C9D6F-B4EF-4DB8-985C-EB391CB2EB7C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77113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C9D6F-B4EF-4DB8-985C-EB391CB2EB7C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90926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10101" y="2125980"/>
            <a:ext cx="9181148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D37C2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20202" y="3840480"/>
            <a:ext cx="7560945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MANIPAL</a:t>
            </a:r>
            <a:r>
              <a:rPr spc="-40" dirty="0"/>
              <a:t> </a:t>
            </a:r>
            <a:r>
              <a:rPr dirty="0"/>
              <a:t>SCHOOL</a:t>
            </a:r>
            <a:r>
              <a:rPr spc="-40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10" dirty="0"/>
              <a:t>INFORMATION</a:t>
            </a:r>
            <a:r>
              <a:rPr spc="-15" dirty="0"/>
              <a:t> </a:t>
            </a:r>
            <a:r>
              <a:rPr spc="-10" dirty="0"/>
              <a:t>SCIENCES,</a:t>
            </a:r>
            <a:r>
              <a:rPr spc="10" dirty="0"/>
              <a:t> </a:t>
            </a:r>
            <a:r>
              <a:rPr dirty="0"/>
              <a:t>MAHE</a:t>
            </a:r>
            <a:r>
              <a:rPr spc="4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10" dirty="0"/>
              <a:t>MANIPAL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50"/>
              </a:lnSpc>
            </a:pPr>
            <a:r>
              <a:rPr spc="-10" dirty="0"/>
              <a:t>12-10-</a:t>
            </a:r>
            <a:r>
              <a:rPr spc="-20" dirty="0"/>
              <a:t>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50"/>
              </a:lnSpc>
            </a:pPr>
            <a:r>
              <a:rPr dirty="0"/>
              <a:t>Project</a:t>
            </a:r>
            <a:r>
              <a:rPr spc="15" dirty="0"/>
              <a:t> 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D37C2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MANIPAL</a:t>
            </a:r>
            <a:r>
              <a:rPr spc="-40" dirty="0"/>
              <a:t> </a:t>
            </a:r>
            <a:r>
              <a:rPr dirty="0"/>
              <a:t>SCHOOL</a:t>
            </a:r>
            <a:r>
              <a:rPr spc="-40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10" dirty="0"/>
              <a:t>INFORMATION</a:t>
            </a:r>
            <a:r>
              <a:rPr spc="-15" dirty="0"/>
              <a:t> </a:t>
            </a:r>
            <a:r>
              <a:rPr spc="-10" dirty="0"/>
              <a:t>SCIENCES,</a:t>
            </a:r>
            <a:r>
              <a:rPr spc="10" dirty="0"/>
              <a:t> </a:t>
            </a:r>
            <a:r>
              <a:rPr dirty="0"/>
              <a:t>MAHE</a:t>
            </a:r>
            <a:r>
              <a:rPr spc="4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10" dirty="0"/>
              <a:t>MANIPAL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50"/>
              </a:lnSpc>
            </a:pPr>
            <a:r>
              <a:rPr spc="-10" dirty="0"/>
              <a:t>12-10-</a:t>
            </a:r>
            <a:r>
              <a:rPr spc="-20" dirty="0"/>
              <a:t>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50"/>
              </a:lnSpc>
            </a:pPr>
            <a:r>
              <a:rPr dirty="0"/>
              <a:t>Project</a:t>
            </a:r>
            <a:r>
              <a:rPr spc="15" dirty="0"/>
              <a:t> 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D37C2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40067" y="1577340"/>
            <a:ext cx="4698587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62695" y="1577340"/>
            <a:ext cx="4698587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MANIPAL</a:t>
            </a:r>
            <a:r>
              <a:rPr spc="-40" dirty="0"/>
              <a:t> </a:t>
            </a:r>
            <a:r>
              <a:rPr dirty="0"/>
              <a:t>SCHOOL</a:t>
            </a:r>
            <a:r>
              <a:rPr spc="-40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10" dirty="0"/>
              <a:t>INFORMATION</a:t>
            </a:r>
            <a:r>
              <a:rPr spc="-15" dirty="0"/>
              <a:t> </a:t>
            </a:r>
            <a:r>
              <a:rPr spc="-10" dirty="0"/>
              <a:t>SCIENCES,</a:t>
            </a:r>
            <a:r>
              <a:rPr spc="10" dirty="0"/>
              <a:t> </a:t>
            </a:r>
            <a:r>
              <a:rPr dirty="0"/>
              <a:t>MAHE</a:t>
            </a:r>
            <a:r>
              <a:rPr spc="4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10" dirty="0"/>
              <a:t>MANIPAL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50"/>
              </a:lnSpc>
            </a:pPr>
            <a:r>
              <a:rPr spc="-10" dirty="0"/>
              <a:t>12-10-</a:t>
            </a:r>
            <a:r>
              <a:rPr spc="-20" dirty="0"/>
              <a:t>2025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50"/>
              </a:lnSpc>
            </a:pPr>
            <a:r>
              <a:rPr dirty="0"/>
              <a:t>Project</a:t>
            </a:r>
            <a:r>
              <a:rPr spc="15" dirty="0"/>
              <a:t> 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D37C2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MANIPAL</a:t>
            </a:r>
            <a:r>
              <a:rPr spc="-40" dirty="0"/>
              <a:t> </a:t>
            </a:r>
            <a:r>
              <a:rPr dirty="0"/>
              <a:t>SCHOOL</a:t>
            </a:r>
            <a:r>
              <a:rPr spc="-40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10" dirty="0"/>
              <a:t>INFORMATION</a:t>
            </a:r>
            <a:r>
              <a:rPr spc="-15" dirty="0"/>
              <a:t> </a:t>
            </a:r>
            <a:r>
              <a:rPr spc="-10" dirty="0"/>
              <a:t>SCIENCES,</a:t>
            </a:r>
            <a:r>
              <a:rPr spc="10" dirty="0"/>
              <a:t> </a:t>
            </a:r>
            <a:r>
              <a:rPr dirty="0"/>
              <a:t>MAHE</a:t>
            </a:r>
            <a:r>
              <a:rPr spc="4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10" dirty="0"/>
              <a:t>MANIPAL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50"/>
              </a:lnSpc>
            </a:pPr>
            <a:r>
              <a:rPr spc="-10" dirty="0"/>
              <a:t>12-10-</a:t>
            </a:r>
            <a:r>
              <a:rPr spc="-20" dirty="0"/>
              <a:t>2025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50"/>
              </a:lnSpc>
            </a:pPr>
            <a:r>
              <a:rPr dirty="0"/>
              <a:t>Project</a:t>
            </a:r>
            <a:r>
              <a:rPr spc="15" dirty="0"/>
              <a:t> 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MANIPAL</a:t>
            </a:r>
            <a:r>
              <a:rPr spc="-40" dirty="0"/>
              <a:t> </a:t>
            </a:r>
            <a:r>
              <a:rPr dirty="0"/>
              <a:t>SCHOOL</a:t>
            </a:r>
            <a:r>
              <a:rPr spc="-40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10" dirty="0"/>
              <a:t>INFORMATION</a:t>
            </a:r>
            <a:r>
              <a:rPr spc="-15" dirty="0"/>
              <a:t> </a:t>
            </a:r>
            <a:r>
              <a:rPr spc="-10" dirty="0"/>
              <a:t>SCIENCES,</a:t>
            </a:r>
            <a:r>
              <a:rPr spc="10" dirty="0"/>
              <a:t> </a:t>
            </a:r>
            <a:r>
              <a:rPr dirty="0"/>
              <a:t>MAHE</a:t>
            </a:r>
            <a:r>
              <a:rPr spc="4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10" dirty="0"/>
              <a:t>MANIPAL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50"/>
              </a:lnSpc>
            </a:pPr>
            <a:r>
              <a:rPr spc="-10" dirty="0"/>
              <a:t>12-10-</a:t>
            </a:r>
            <a:r>
              <a:rPr spc="-20" dirty="0"/>
              <a:t>2025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50"/>
              </a:lnSpc>
            </a:pPr>
            <a:r>
              <a:rPr dirty="0"/>
              <a:t>Project</a:t>
            </a:r>
            <a:r>
              <a:rPr spc="15" dirty="0"/>
              <a:t> 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95210"/>
            <a:ext cx="10801350" cy="57150"/>
          </a:xfrm>
          <a:custGeom>
            <a:avLst/>
            <a:gdLst/>
            <a:ahLst/>
            <a:cxnLst/>
            <a:rect l="l" t="t" r="r" b="b"/>
            <a:pathLst>
              <a:path w="10801350" h="57150">
                <a:moveTo>
                  <a:pt x="10801350" y="22847"/>
                </a:moveTo>
                <a:lnTo>
                  <a:pt x="0" y="22847"/>
                </a:lnTo>
                <a:lnTo>
                  <a:pt x="0" y="57137"/>
                </a:lnTo>
                <a:lnTo>
                  <a:pt x="10801350" y="57137"/>
                </a:lnTo>
                <a:lnTo>
                  <a:pt x="10801350" y="22847"/>
                </a:lnTo>
                <a:close/>
              </a:path>
              <a:path w="10801350" h="57150">
                <a:moveTo>
                  <a:pt x="10801350" y="0"/>
                </a:moveTo>
                <a:lnTo>
                  <a:pt x="0" y="0"/>
                </a:lnTo>
                <a:lnTo>
                  <a:pt x="0" y="11417"/>
                </a:lnTo>
                <a:lnTo>
                  <a:pt x="10801350" y="11417"/>
                </a:lnTo>
                <a:lnTo>
                  <a:pt x="10801350" y="0"/>
                </a:lnTo>
                <a:close/>
              </a:path>
            </a:pathLst>
          </a:custGeom>
          <a:solidFill>
            <a:srgbClr val="CC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552243"/>
            <a:ext cx="10801350" cy="304800"/>
          </a:xfrm>
          <a:custGeom>
            <a:avLst/>
            <a:gdLst/>
            <a:ahLst/>
            <a:cxnLst/>
            <a:rect l="l" t="t" r="r" b="b"/>
            <a:pathLst>
              <a:path w="10801350" h="304800">
                <a:moveTo>
                  <a:pt x="10801350" y="0"/>
                </a:moveTo>
                <a:lnTo>
                  <a:pt x="0" y="0"/>
                </a:lnTo>
                <a:lnTo>
                  <a:pt x="0" y="304749"/>
                </a:lnTo>
                <a:lnTo>
                  <a:pt x="10801350" y="304749"/>
                </a:lnTo>
                <a:lnTo>
                  <a:pt x="10801350" y="0"/>
                </a:lnTo>
                <a:close/>
              </a:path>
            </a:pathLst>
          </a:custGeom>
          <a:solidFill>
            <a:srgbClr val="CC6600">
              <a:alpha val="8509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-25"/>
            <a:ext cx="2609849" cy="7237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513070" y="199961"/>
            <a:ext cx="4699634" cy="4042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D37C2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07121" y="1478406"/>
            <a:ext cx="8624570" cy="41744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367404" y="6641862"/>
            <a:ext cx="4169409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MANIPAL</a:t>
            </a:r>
            <a:r>
              <a:rPr spc="-40" dirty="0"/>
              <a:t> </a:t>
            </a:r>
            <a:r>
              <a:rPr dirty="0"/>
              <a:t>SCHOOL</a:t>
            </a:r>
            <a:r>
              <a:rPr spc="-40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10" dirty="0"/>
              <a:t>INFORMATION</a:t>
            </a:r>
            <a:r>
              <a:rPr spc="-15" dirty="0"/>
              <a:t> </a:t>
            </a:r>
            <a:r>
              <a:rPr spc="-10" dirty="0"/>
              <a:t>SCIENCES,</a:t>
            </a:r>
            <a:r>
              <a:rPr spc="10" dirty="0"/>
              <a:t> </a:t>
            </a:r>
            <a:r>
              <a:rPr dirty="0"/>
              <a:t>MAHE</a:t>
            </a:r>
            <a:r>
              <a:rPr spc="4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10" dirty="0"/>
              <a:t>MANIPAL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49860" y="6617572"/>
            <a:ext cx="864869" cy="2070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50"/>
              </a:lnSpc>
            </a:pPr>
            <a:r>
              <a:rPr spc="-10" dirty="0"/>
              <a:t>12-10-</a:t>
            </a:r>
            <a:r>
              <a:rPr spc="-20" dirty="0"/>
              <a:t>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911590" y="6626145"/>
            <a:ext cx="789304" cy="2070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50"/>
              </a:lnSpc>
            </a:pPr>
            <a:r>
              <a:rPr dirty="0"/>
              <a:t>Project</a:t>
            </a:r>
            <a:r>
              <a:rPr spc="15" dirty="0"/>
              <a:t> 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customXml" Target="../ink/ink8.xml"/><Relationship Id="rId26" Type="http://schemas.openxmlformats.org/officeDocument/2006/relationships/customXml" Target="../ink/ink14.xml"/><Relationship Id="rId21" Type="http://schemas.openxmlformats.org/officeDocument/2006/relationships/image" Target="../media/image12.png"/><Relationship Id="rId7" Type="http://schemas.openxmlformats.org/officeDocument/2006/relationships/customXml" Target="../ink/ink3.xml"/><Relationship Id="rId12" Type="http://schemas.openxmlformats.org/officeDocument/2006/relationships/customXml" Target="../ink/ink7.xml"/><Relationship Id="rId25" Type="http://schemas.openxmlformats.org/officeDocument/2006/relationships/image" Target="../media/image14.png"/><Relationship Id="rId2" Type="http://schemas.openxmlformats.org/officeDocument/2006/relationships/customXml" Target="../ink/ink1.xml"/><Relationship Id="rId16" Type="http://schemas.openxmlformats.org/officeDocument/2006/relationships/customXml" Target="../ink/ink10.xml"/><Relationship Id="rId20" Type="http://schemas.openxmlformats.org/officeDocument/2006/relationships/customXml" Target="../ink/ink11.xml"/><Relationship Id="rId29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11" Type="http://schemas.openxmlformats.org/officeDocument/2006/relationships/customXml" Target="../ink/ink6.xml"/><Relationship Id="rId24" Type="http://schemas.openxmlformats.org/officeDocument/2006/relationships/customXml" Target="../ink/ink13.xml"/><Relationship Id="rId5" Type="http://schemas.openxmlformats.org/officeDocument/2006/relationships/customXml" Target="../ink/ink2.xml"/><Relationship Id="rId15" Type="http://schemas.openxmlformats.org/officeDocument/2006/relationships/image" Target="../media/image9.png"/><Relationship Id="rId23" Type="http://schemas.openxmlformats.org/officeDocument/2006/relationships/image" Target="../media/image13.png"/><Relationship Id="rId28" Type="http://schemas.openxmlformats.org/officeDocument/2006/relationships/customXml" Target="../ink/ink15.xml"/><Relationship Id="rId10" Type="http://schemas.openxmlformats.org/officeDocument/2006/relationships/customXml" Target="../ink/ink5.xml"/><Relationship Id="rId19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customXml" Target="../ink/ink4.xml"/><Relationship Id="rId14" Type="http://schemas.openxmlformats.org/officeDocument/2006/relationships/customXml" Target="../ink/ink9.xml"/><Relationship Id="rId22" Type="http://schemas.openxmlformats.org/officeDocument/2006/relationships/customXml" Target="../ink/ink12.xml"/><Relationship Id="rId27" Type="http://schemas.openxmlformats.org/officeDocument/2006/relationships/image" Target="../media/image15.png"/><Relationship Id="rId30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customXml" Target="../ink/ink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jpeg"/><Relationship Id="rId4" Type="http://schemas.openxmlformats.org/officeDocument/2006/relationships/customXml" Target="../ink/ink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5" Type="http://schemas.openxmlformats.org/officeDocument/2006/relationships/image" Target="../media/image10.png"/><Relationship Id="rId4" Type="http://schemas.openxmlformats.org/officeDocument/2006/relationships/customXml" Target="../ink/ink2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.png"/><Relationship Id="rId4" Type="http://schemas.openxmlformats.org/officeDocument/2006/relationships/customXml" Target="../ink/ink2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76120">
              <a:lnSpc>
                <a:spcPct val="100000"/>
              </a:lnSpc>
              <a:spcBef>
                <a:spcPts val="100"/>
              </a:spcBef>
            </a:pPr>
            <a:r>
              <a:rPr dirty="0"/>
              <a:t>MINI</a:t>
            </a:r>
            <a:r>
              <a:rPr spc="-70" dirty="0"/>
              <a:t> </a:t>
            </a:r>
            <a:r>
              <a:rPr spc="-10" dirty="0"/>
              <a:t>PROJECT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149860" y="6617572"/>
            <a:ext cx="864869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spc="-10" dirty="0"/>
              <a:t>1</a:t>
            </a:r>
            <a:r>
              <a:rPr lang="en-IN" spc="-10" dirty="0"/>
              <a:t>3</a:t>
            </a:r>
            <a:r>
              <a:rPr spc="-10" dirty="0"/>
              <a:t>-1</a:t>
            </a:r>
            <a:r>
              <a:rPr lang="en-IN" spc="-10" dirty="0"/>
              <a:t>1</a:t>
            </a:r>
            <a:r>
              <a:rPr spc="-10" dirty="0"/>
              <a:t>-</a:t>
            </a:r>
            <a:r>
              <a:rPr spc="-20" dirty="0"/>
              <a:t>2025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Project</a:t>
            </a:r>
            <a:r>
              <a:rPr spc="15" dirty="0"/>
              <a:t> </a:t>
            </a:r>
            <a:fld id="{81D60167-4931-47E6-BA6A-407CBD079E47}" type="slidenum">
              <a:rPr spc="-25" dirty="0"/>
              <a:t>1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MANIPAL</a:t>
            </a:r>
            <a:r>
              <a:rPr spc="-40" dirty="0"/>
              <a:t> </a:t>
            </a:r>
            <a:r>
              <a:rPr dirty="0"/>
              <a:t>SCHOOL</a:t>
            </a:r>
            <a:r>
              <a:rPr spc="-40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10" dirty="0"/>
              <a:t>INFORMATION</a:t>
            </a:r>
            <a:r>
              <a:rPr spc="-15" dirty="0"/>
              <a:t> </a:t>
            </a:r>
            <a:r>
              <a:rPr spc="-10" dirty="0"/>
              <a:t>SCIENCES,</a:t>
            </a:r>
            <a:r>
              <a:rPr spc="10" dirty="0"/>
              <a:t> </a:t>
            </a:r>
            <a:r>
              <a:rPr dirty="0"/>
              <a:t>MAHE</a:t>
            </a:r>
            <a:r>
              <a:rPr spc="4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10" dirty="0"/>
              <a:t>MANIPAL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1936226"/>
              </p:ext>
            </p:extLst>
          </p:nvPr>
        </p:nvGraphicFramePr>
        <p:xfrm>
          <a:off x="1145221" y="1478406"/>
          <a:ext cx="8536303" cy="41744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39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8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89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989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119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Name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500" dirty="0">
                          <a:latin typeface="Times New Roman"/>
                          <a:cs typeface="Times New Roman"/>
                        </a:rPr>
                        <a:t>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500" dirty="0">
                          <a:latin typeface="Times New Roman"/>
                          <a:cs typeface="Times New Roman"/>
                        </a:rPr>
                        <a:t>   </a:t>
                      </a:r>
                    </a:p>
                    <a:p>
                      <a:pPr marL="800100" lvl="1" indent="-342900" algn="just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IN" sz="150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lang="en-US" sz="1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Rohit S Nair</a:t>
                      </a:r>
                    </a:p>
                    <a:p>
                      <a:pPr marL="800100" lvl="1" indent="-342900" algn="just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Anusha N M</a:t>
                      </a:r>
                    </a:p>
                    <a:p>
                      <a:pPr marL="800100" lvl="1" indent="-342900" algn="just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Pankaj Arage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555"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lang="en-IN" sz="1800" dirty="0">
                          <a:latin typeface="Times New Roman"/>
                          <a:cs typeface="Times New Roman"/>
                        </a:rPr>
                        <a:t>Registration</a:t>
                      </a:r>
                      <a:r>
                        <a:rPr lang="en-IN"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IN" sz="1800" spc="-10" dirty="0">
                          <a:latin typeface="Times New Roman"/>
                          <a:cs typeface="Times New Roman"/>
                        </a:rPr>
                        <a:t>Numbers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092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251100690001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251100690004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251100690007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3555"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Branch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just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50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Cyber Security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53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9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Project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Title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63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50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lang="en-IN" sz="1800" dirty="0">
                          <a:latin typeface="Times New Roman"/>
                          <a:cs typeface="Times New Roman"/>
                        </a:rPr>
                        <a:t>Phishing website simulation and </a:t>
                      </a:r>
                      <a:r>
                        <a:rPr lang="en-IN" sz="1600" dirty="0">
                          <a:latin typeface="Times New Roman"/>
                          <a:cs typeface="Times New Roman"/>
                        </a:rPr>
                        <a:t>detection</a:t>
                      </a: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Guide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00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50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Samarendranath Bhattacharya (Assistant Professor )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925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CONTENTS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149860" y="6617572"/>
            <a:ext cx="864869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spc="-10" dirty="0"/>
              <a:t>1</a:t>
            </a:r>
            <a:r>
              <a:rPr lang="en-IN" spc="-10" dirty="0"/>
              <a:t>3</a:t>
            </a:r>
            <a:r>
              <a:rPr spc="-10" dirty="0"/>
              <a:t>-1</a:t>
            </a:r>
            <a:r>
              <a:rPr lang="en-IN" spc="-10" dirty="0"/>
              <a:t>1</a:t>
            </a:r>
            <a:r>
              <a:rPr spc="-10" dirty="0"/>
              <a:t>-</a:t>
            </a:r>
            <a:r>
              <a:rPr spc="-20" dirty="0"/>
              <a:t>2025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Project</a:t>
            </a:r>
            <a:r>
              <a:rPr spc="15" dirty="0"/>
              <a:t> </a:t>
            </a: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MANIPAL</a:t>
            </a:r>
            <a:r>
              <a:rPr spc="-40" dirty="0"/>
              <a:t> </a:t>
            </a:r>
            <a:r>
              <a:rPr dirty="0"/>
              <a:t>SCHOOL</a:t>
            </a:r>
            <a:r>
              <a:rPr spc="-40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10" dirty="0"/>
              <a:t>INFORMATION</a:t>
            </a:r>
            <a:r>
              <a:rPr spc="-15" dirty="0"/>
              <a:t> </a:t>
            </a:r>
            <a:r>
              <a:rPr spc="-10" dirty="0"/>
              <a:t>SCIENCES,</a:t>
            </a:r>
            <a:r>
              <a:rPr spc="10" dirty="0"/>
              <a:t> </a:t>
            </a:r>
            <a:r>
              <a:rPr dirty="0"/>
              <a:t>MAHE</a:t>
            </a:r>
            <a:r>
              <a:rPr spc="4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10" dirty="0"/>
              <a:t>MANIPAL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9300" y="1338684"/>
            <a:ext cx="2931160" cy="4193456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300"/>
              </a:spcBef>
              <a:buAutoNum type="arabicPeriod"/>
              <a:tabLst>
                <a:tab pos="355600" algn="l"/>
              </a:tabLst>
            </a:pPr>
            <a:r>
              <a:rPr sz="2000" spc="-10" dirty="0">
                <a:latin typeface="Times New Roman"/>
                <a:cs typeface="Times New Roman"/>
              </a:rPr>
              <a:t>Introduction</a:t>
            </a:r>
            <a:endParaRPr lang="en-IN" sz="2000" spc="-1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300"/>
              </a:spcBef>
              <a:buAutoNum type="arabicPeriod"/>
              <a:tabLst>
                <a:tab pos="355600" algn="l"/>
              </a:tabLst>
            </a:pPr>
            <a:r>
              <a:rPr lang="en-IN" sz="2000" spc="-10" dirty="0">
                <a:latin typeface="Times New Roman"/>
                <a:cs typeface="Times New Roman"/>
              </a:rPr>
              <a:t>Objective</a:t>
            </a:r>
          </a:p>
          <a:p>
            <a:pPr marL="355600" indent="-342900">
              <a:spcBef>
                <a:spcPts val="1300"/>
              </a:spcBef>
              <a:buFontTx/>
              <a:buAutoNum type="arabicPeriod"/>
              <a:tabLst>
                <a:tab pos="355600" algn="l"/>
              </a:tabLst>
            </a:pPr>
            <a:r>
              <a:rPr lang="en-IN" sz="2000" spc="-10" dirty="0">
                <a:latin typeface="Times New Roman"/>
                <a:cs typeface="Times New Roman"/>
              </a:rPr>
              <a:t>Literature Review</a:t>
            </a:r>
            <a:endParaRPr lang="en-IN" sz="20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Operational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Flow</a:t>
            </a:r>
            <a:endParaRPr sz="20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205"/>
              </a:spcBef>
              <a:buAutoNum type="arabicPeriod"/>
              <a:tabLst>
                <a:tab pos="355600" algn="l"/>
              </a:tabLst>
            </a:pPr>
            <a:r>
              <a:rPr sz="2000" spc="-10" dirty="0">
                <a:latin typeface="Times New Roman"/>
                <a:cs typeface="Times New Roman"/>
              </a:rPr>
              <a:t>Implementation</a:t>
            </a:r>
            <a:endParaRPr lang="en-IN" sz="2000" spc="-1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205"/>
              </a:spcBef>
              <a:buAutoNum type="arabicPeriod"/>
              <a:tabLst>
                <a:tab pos="355600" algn="l"/>
              </a:tabLst>
            </a:pPr>
            <a:r>
              <a:rPr lang="en-IN" sz="2000" spc="-10" dirty="0">
                <a:latin typeface="Times New Roman"/>
                <a:cs typeface="Times New Roman"/>
              </a:rPr>
              <a:t>Results</a:t>
            </a:r>
          </a:p>
          <a:p>
            <a:pPr marL="355600" indent="-342900">
              <a:lnSpc>
                <a:spcPct val="100000"/>
              </a:lnSpc>
              <a:spcBef>
                <a:spcPts val="1205"/>
              </a:spcBef>
              <a:buAutoNum type="arabicPeriod"/>
              <a:tabLst>
                <a:tab pos="355600" algn="l"/>
              </a:tabLst>
            </a:pPr>
            <a:r>
              <a:rPr lang="en-IN" sz="2000" spc="-10" dirty="0">
                <a:latin typeface="Times New Roman"/>
                <a:cs typeface="Times New Roman"/>
              </a:rPr>
              <a:t>Conclusion</a:t>
            </a:r>
          </a:p>
          <a:p>
            <a:pPr marL="355600" indent="-342900">
              <a:lnSpc>
                <a:spcPct val="100000"/>
              </a:lnSpc>
              <a:spcBef>
                <a:spcPts val="1205"/>
              </a:spcBef>
              <a:buAutoNum type="arabicPeriod"/>
              <a:tabLst>
                <a:tab pos="355600" algn="l"/>
              </a:tabLst>
            </a:pPr>
            <a:r>
              <a:rPr lang="en-IN" sz="2000" spc="-10" dirty="0">
                <a:latin typeface="Times New Roman"/>
                <a:cs typeface="Times New Roman"/>
              </a:rPr>
              <a:t>Future Scope</a:t>
            </a:r>
            <a:endParaRPr sz="20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205"/>
              </a:spcBef>
              <a:buAutoNum type="arabicPeriod"/>
              <a:tabLst>
                <a:tab pos="355600" algn="l"/>
              </a:tabLst>
            </a:pPr>
            <a:r>
              <a:rPr sz="2000" spc="-10" dirty="0">
                <a:latin typeface="Times New Roman"/>
                <a:cs typeface="Times New Roman"/>
              </a:rPr>
              <a:t>References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535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xfrm>
            <a:off x="139700" y="6617572"/>
            <a:ext cx="864869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spc="-10" dirty="0"/>
              <a:t>1</a:t>
            </a:r>
            <a:r>
              <a:rPr lang="en-IN" spc="-10" dirty="0"/>
              <a:t>3</a:t>
            </a:r>
            <a:r>
              <a:rPr spc="-10" dirty="0"/>
              <a:t>-1</a:t>
            </a:r>
            <a:r>
              <a:rPr lang="en-IN" spc="-10" dirty="0"/>
              <a:t>1</a:t>
            </a:r>
            <a:r>
              <a:rPr spc="-10" dirty="0"/>
              <a:t>-</a:t>
            </a:r>
            <a:r>
              <a:rPr spc="-20" dirty="0"/>
              <a:t>2025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Project</a:t>
            </a:r>
            <a:r>
              <a:rPr spc="15" dirty="0"/>
              <a:t> </a:t>
            </a: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MANIPAL</a:t>
            </a:r>
            <a:r>
              <a:rPr spc="-40" dirty="0"/>
              <a:t> </a:t>
            </a:r>
            <a:r>
              <a:rPr dirty="0"/>
              <a:t>SCHOOL</a:t>
            </a:r>
            <a:r>
              <a:rPr spc="-40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10" dirty="0"/>
              <a:t>INFORMATION</a:t>
            </a:r>
            <a:r>
              <a:rPr spc="-15" dirty="0"/>
              <a:t> </a:t>
            </a:r>
            <a:r>
              <a:rPr spc="-10" dirty="0"/>
              <a:t>SCIENCES,</a:t>
            </a:r>
            <a:r>
              <a:rPr spc="10" dirty="0"/>
              <a:t> </a:t>
            </a:r>
            <a:r>
              <a:rPr dirty="0"/>
              <a:t>MAHE</a:t>
            </a:r>
            <a:r>
              <a:rPr spc="4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10" dirty="0"/>
              <a:t>MANIPAL</a:t>
            </a:r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17AC8B00-FA93-36A5-66BE-7077635F890C}"/>
              </a:ext>
            </a:extLst>
          </p:cNvPr>
          <p:cNvSpPr/>
          <p:nvPr/>
        </p:nvSpPr>
        <p:spPr>
          <a:xfrm>
            <a:off x="1130300" y="2106812"/>
            <a:ext cx="3429000" cy="2644376"/>
          </a:xfrm>
          <a:prstGeom prst="flowChartAlternateProcess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Phishing is a cyberattack where attackers impersonate legitimate websites to steal sensitive data such as usernames, passwords, and credit card details.</a:t>
            </a:r>
          </a:p>
        </p:txBody>
      </p:sp>
      <p:pic>
        <p:nvPicPr>
          <p:cNvPr id="9" name="Picture 8" descr="A computer screen with a message and a hook&#10;&#10;AI-generated content may be incorrect.">
            <a:extLst>
              <a:ext uri="{FF2B5EF4-FFF2-40B4-BE49-F238E27FC236}">
                <a16:creationId xmlns:a16="http://schemas.microsoft.com/office/drawing/2014/main" id="{69C74D33-03E0-6820-9DFB-4DF1495BFB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2377" y="1958618"/>
            <a:ext cx="3921019" cy="29407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3337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OBJECTIVE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xfrm>
            <a:off x="149860" y="6617572"/>
            <a:ext cx="864869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spc="-10" dirty="0"/>
              <a:t>1</a:t>
            </a:r>
            <a:r>
              <a:rPr lang="en-IN" spc="-10" dirty="0"/>
              <a:t>3</a:t>
            </a:r>
            <a:r>
              <a:rPr spc="-10" dirty="0"/>
              <a:t>-1</a:t>
            </a:r>
            <a:r>
              <a:rPr lang="en-IN" spc="-10" dirty="0"/>
              <a:t>1</a:t>
            </a:r>
            <a:r>
              <a:rPr spc="-10" dirty="0"/>
              <a:t>-</a:t>
            </a:r>
            <a:r>
              <a:rPr spc="-20" dirty="0"/>
              <a:t>202</a:t>
            </a:r>
            <a:r>
              <a:rPr lang="en-IN" spc="-20" dirty="0"/>
              <a:t>5</a:t>
            </a:r>
            <a:endParaRPr spc="-2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Project</a:t>
            </a:r>
            <a:r>
              <a:rPr spc="15" dirty="0"/>
              <a:t> </a:t>
            </a: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MANIPAL</a:t>
            </a:r>
            <a:r>
              <a:rPr spc="-40" dirty="0"/>
              <a:t> </a:t>
            </a:r>
            <a:r>
              <a:rPr dirty="0"/>
              <a:t>SCHOOL</a:t>
            </a:r>
            <a:r>
              <a:rPr spc="-40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10" dirty="0"/>
              <a:t>INFORMATION</a:t>
            </a:r>
            <a:r>
              <a:rPr spc="-15" dirty="0"/>
              <a:t> </a:t>
            </a:r>
            <a:r>
              <a:rPr spc="-10" dirty="0"/>
              <a:t>SCIENCES,</a:t>
            </a:r>
            <a:r>
              <a:rPr spc="10" dirty="0"/>
              <a:t> </a:t>
            </a:r>
            <a:r>
              <a:rPr dirty="0"/>
              <a:t>MAHE</a:t>
            </a:r>
            <a:r>
              <a:rPr spc="4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10" dirty="0"/>
              <a:t>MANIPAL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FAE97E-1621-738B-64D2-A1988F83159F}"/>
              </a:ext>
            </a:extLst>
          </p:cNvPr>
          <p:cNvSpPr/>
          <p:nvPr/>
        </p:nvSpPr>
        <p:spPr>
          <a:xfrm>
            <a:off x="243204" y="914400"/>
            <a:ext cx="3124200" cy="2174677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simulate phishing attacks for educational and awareness purposes.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5CBB8A-5C41-CA39-AD99-78743608023F}"/>
              </a:ext>
            </a:extLst>
          </p:cNvPr>
          <p:cNvSpPr/>
          <p:nvPr/>
        </p:nvSpPr>
        <p:spPr>
          <a:xfrm>
            <a:off x="3568700" y="2286001"/>
            <a:ext cx="3429000" cy="241675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design and implement a comprehensive phishing detection extension that identifies potentially malicious websites.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515BB7-8ED7-5061-DC80-EBB6F95E6EF9}"/>
              </a:ext>
            </a:extLst>
          </p:cNvPr>
          <p:cNvSpPr/>
          <p:nvPr/>
        </p:nvSpPr>
        <p:spPr>
          <a:xfrm>
            <a:off x="7349490" y="4038600"/>
            <a:ext cx="3124200" cy="2174677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integrate web application and</a:t>
            </a:r>
            <a:r>
              <a:rPr kumimoji="0" lang="en-US" alt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detection practically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794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LITERATURE</a:t>
            </a:r>
            <a:r>
              <a:rPr spc="-95" dirty="0"/>
              <a:t> </a:t>
            </a:r>
            <a:r>
              <a:rPr spc="-10" dirty="0"/>
              <a:t>REVIEW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MANIPAL</a:t>
            </a:r>
            <a:r>
              <a:rPr spc="-40" dirty="0"/>
              <a:t> </a:t>
            </a:r>
            <a:r>
              <a:rPr dirty="0"/>
              <a:t>SCHOOL</a:t>
            </a:r>
            <a:r>
              <a:rPr spc="-40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10" dirty="0"/>
              <a:t>INFORMATION</a:t>
            </a:r>
            <a:r>
              <a:rPr spc="-15" dirty="0"/>
              <a:t> </a:t>
            </a:r>
            <a:r>
              <a:rPr spc="-10" dirty="0"/>
              <a:t>SCIENCES,</a:t>
            </a:r>
            <a:r>
              <a:rPr spc="10" dirty="0"/>
              <a:t> </a:t>
            </a:r>
            <a:r>
              <a:rPr dirty="0"/>
              <a:t>MAHE</a:t>
            </a:r>
            <a:r>
              <a:rPr spc="4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10" dirty="0"/>
              <a:t>MANIPAL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spc="-10" dirty="0"/>
              <a:t>12-10-</a:t>
            </a:r>
            <a:r>
              <a:rPr spc="-20" dirty="0"/>
              <a:t>2025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Project</a:t>
            </a:r>
            <a:r>
              <a:rPr spc="15" dirty="0"/>
              <a:t> </a:t>
            </a: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0224099"/>
              </p:ext>
            </p:extLst>
          </p:nvPr>
        </p:nvGraphicFramePr>
        <p:xfrm>
          <a:off x="330200" y="876300"/>
          <a:ext cx="10134602" cy="539356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172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7204">
                  <a:extLst>
                    <a:ext uri="{9D8B030D-6E8A-4147-A177-3AD203B41FA5}">
                      <a16:colId xmlns:a16="http://schemas.microsoft.com/office/drawing/2014/main" val="3872599472"/>
                    </a:ext>
                  </a:extLst>
                </a:gridCol>
                <a:gridCol w="8274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50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802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789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9840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8318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Paper &amp; Year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Author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Focus / Approach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Key Features / Methods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Dataset / Evaluation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Main Findings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Gaps / Comments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075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Detection of phishing websites using machine learning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(2019/20) (Detection of Phishing Websites Using Machine Learning)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Amani Alswalin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Applies classical ML (URL + host + page features) for phishing website classification.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Feature-engineering: URL lexical, host/WHOIS, HTML features. Classifiers: SVM / Decision Tree / Random Forest.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Public datasets (e.g., Kaggle/PhishTank) with 10k-20k examples.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Achieves high accuracy (90%+).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 Technique takes too much time; may not generalize well to novel phishing tactics.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9146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Detection of phishing attacks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(2018/19) (Detection of Phishing Attacks)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Zahit Zaya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Earlier survey/approach summarizing phishing website detection techniques.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Reviews methods across URL-, HTML-, visual-based detectors; proposes prototype classifier.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Smaller datasets; possibly less rigorous evaluation.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overview of techniques and shows ML prototypes can detect phishing.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Less focus on deep/visual methods; fewer experiments; dataset/time-drift issues.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06700" y="6641862"/>
            <a:ext cx="4953000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MANIPAL</a:t>
            </a:r>
            <a:r>
              <a:rPr spc="-40" dirty="0"/>
              <a:t> </a:t>
            </a:r>
            <a:r>
              <a:rPr dirty="0"/>
              <a:t>SCHOOL</a:t>
            </a:r>
            <a:r>
              <a:rPr spc="-40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10" dirty="0"/>
              <a:t>INFORMATION</a:t>
            </a:r>
            <a:r>
              <a:rPr spc="-15" dirty="0"/>
              <a:t> </a:t>
            </a:r>
            <a:r>
              <a:rPr spc="-10" dirty="0"/>
              <a:t>SCIENCES,</a:t>
            </a:r>
            <a:r>
              <a:rPr spc="10" dirty="0"/>
              <a:t> </a:t>
            </a:r>
            <a:r>
              <a:rPr dirty="0"/>
              <a:t>MAHE</a:t>
            </a:r>
            <a:r>
              <a:rPr spc="40" dirty="0"/>
              <a:t> </a:t>
            </a:r>
            <a:r>
              <a:rPr dirty="0"/>
              <a:t>-</a:t>
            </a:r>
            <a:r>
              <a:rPr lang="en-IN" dirty="0"/>
              <a:t>M</a:t>
            </a:r>
            <a:r>
              <a:rPr spc="-10" dirty="0"/>
              <a:t>ANIPAL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xfrm>
            <a:off x="149860" y="6617572"/>
            <a:ext cx="864869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spc="-10" dirty="0"/>
              <a:t>12-10-</a:t>
            </a:r>
            <a:r>
              <a:rPr spc="-20" dirty="0"/>
              <a:t>2025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911590" y="6626145"/>
            <a:ext cx="789304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Project</a:t>
            </a:r>
            <a:r>
              <a:rPr spc="15" dirty="0"/>
              <a:t> </a:t>
            </a: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5547491"/>
              </p:ext>
            </p:extLst>
          </p:nvPr>
        </p:nvGraphicFramePr>
        <p:xfrm>
          <a:off x="368301" y="1066800"/>
          <a:ext cx="10058401" cy="31034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86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5513">
                  <a:extLst>
                    <a:ext uri="{9D8B030D-6E8A-4147-A177-3AD203B41FA5}">
                      <a16:colId xmlns:a16="http://schemas.microsoft.com/office/drawing/2014/main" val="3570282737"/>
                    </a:ext>
                  </a:extLst>
                </a:gridCol>
                <a:gridCol w="4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15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20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44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35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94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51460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10349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i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Phishing Website Detection Using Deep Learning Models </a:t>
                      </a:r>
                      <a:r>
                        <a:rPr lang="en-US" sz="14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(2023) (Phishing Website Detection Using Deep Learning Models</a:t>
                      </a:r>
                      <a:endParaRPr lang="en-IN" sz="1400" b="1" i="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Ume Zara</a:t>
                      </a:r>
                      <a:endParaRPr lang="en-IN" sz="1400" b="0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400" b="0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Uses URL embeddings, HTML/text/visual analysis; deep nets to learn features automatically.</a:t>
                      </a:r>
                      <a:endParaRPr lang="en-IN" sz="1400" b="0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Possibly larger/modern datasets; experiments show high accuracy (98%+).</a:t>
                      </a:r>
                      <a:endParaRPr lang="en-IN" sz="1400" b="0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Deep models outperform classical ML; better at catching subtle phishing tactics.</a:t>
                      </a:r>
                      <a:endParaRPr lang="en-IN" sz="1400" b="0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Requires more compute; fewer open datasets; generalization/adversarial robustness still limited.</a:t>
                      </a:r>
                      <a:endParaRPr lang="en-IN" sz="1400" b="0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400" b="0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Uses deep-learning (CNN, RNN, maybe hybrid) to detect phishing, moving beyond manual features.</a:t>
                      </a:r>
                      <a:endParaRPr lang="en-IN" sz="1400" b="0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513070" y="199960"/>
            <a:ext cx="4699634" cy="369332"/>
          </a:xfrm>
        </p:spPr>
        <p:txBody>
          <a:bodyPr/>
          <a:lstStyle/>
          <a:p>
            <a:r>
              <a:rPr lang="en-US" dirty="0"/>
              <a:t>                 LITERATURE REVIEW</a:t>
            </a: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13070" y="199961"/>
            <a:ext cx="4699634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1285">
              <a:lnSpc>
                <a:spcPct val="100000"/>
              </a:lnSpc>
              <a:spcBef>
                <a:spcPts val="100"/>
              </a:spcBef>
            </a:pPr>
            <a:r>
              <a:rPr lang="en-IN" spc="-20" dirty="0"/>
              <a:t>     IMPLEMENTATION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xfrm>
            <a:off x="149860" y="6617572"/>
            <a:ext cx="864869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spc="-10" dirty="0"/>
              <a:t>1</a:t>
            </a:r>
            <a:r>
              <a:rPr lang="en-IN" spc="-10" dirty="0"/>
              <a:t>3</a:t>
            </a:r>
            <a:r>
              <a:rPr spc="-10" dirty="0"/>
              <a:t>-1</a:t>
            </a:r>
            <a:r>
              <a:rPr lang="en-IN" spc="-10" dirty="0"/>
              <a:t>1</a:t>
            </a:r>
            <a:r>
              <a:rPr spc="-10" dirty="0"/>
              <a:t>-</a:t>
            </a:r>
            <a:r>
              <a:rPr spc="-20" dirty="0"/>
              <a:t>2025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Project</a:t>
            </a:r>
            <a:r>
              <a:rPr spc="15" dirty="0"/>
              <a:t> </a:t>
            </a: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MANIPAL</a:t>
            </a:r>
            <a:r>
              <a:rPr spc="-40" dirty="0"/>
              <a:t> </a:t>
            </a:r>
            <a:r>
              <a:rPr dirty="0"/>
              <a:t>SCHOOL</a:t>
            </a:r>
            <a:r>
              <a:rPr spc="-40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10" dirty="0"/>
              <a:t>INFORMATION</a:t>
            </a:r>
            <a:r>
              <a:rPr spc="-15" dirty="0"/>
              <a:t> </a:t>
            </a:r>
            <a:r>
              <a:rPr spc="-10" dirty="0"/>
              <a:t>SCIENCES,</a:t>
            </a:r>
            <a:r>
              <a:rPr spc="10" dirty="0"/>
              <a:t> </a:t>
            </a:r>
            <a:r>
              <a:rPr dirty="0"/>
              <a:t>MAHE</a:t>
            </a:r>
            <a:r>
              <a:rPr spc="4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10" dirty="0"/>
              <a:t>MANIPAL</a:t>
            </a:r>
          </a:p>
        </p:txBody>
      </p:sp>
      <p:pic>
        <p:nvPicPr>
          <p:cNvPr id="12" name="Picture 11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1668B6FC-62B3-F4C4-9F9F-816B3851B7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6841" y="936776"/>
            <a:ext cx="7361318" cy="3406624"/>
          </a:xfrm>
          <a:prstGeom prst="rect">
            <a:avLst/>
          </a:prstGeom>
        </p:spPr>
      </p:pic>
      <p:sp>
        <p:nvSpPr>
          <p:cNvPr id="13" name="Flowchart: Alternate Process 12">
            <a:extLst>
              <a:ext uri="{FF2B5EF4-FFF2-40B4-BE49-F238E27FC236}">
                <a16:creationId xmlns:a16="http://schemas.microsoft.com/office/drawing/2014/main" id="{849E1890-F295-E79D-27B3-4A63A469BE28}"/>
              </a:ext>
            </a:extLst>
          </p:cNvPr>
          <p:cNvSpPr/>
          <p:nvPr/>
        </p:nvSpPr>
        <p:spPr>
          <a:xfrm>
            <a:off x="1939051" y="4495800"/>
            <a:ext cx="6916897" cy="1810576"/>
          </a:xfrm>
          <a:prstGeom prst="flowChartAlternateProcess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Simulation Module: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2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Designing a phishing webpage mimicking a login portal – setoolkit, serveo.net(for masking), facading.</a:t>
            </a:r>
          </a:p>
          <a:p>
            <a:pPr marL="285750" lvl="2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Capture credentials safely for demonstration.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2E54E-E88E-BB51-6D52-10D73DE7F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8E1E340-223F-B593-B0DA-2737FBAABE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69745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IMPLEMENTATION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0FBB0AC-ABC2-73F8-D339-BC4D1392906C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49860" y="6617572"/>
            <a:ext cx="864869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spc="-10" dirty="0"/>
              <a:t>1</a:t>
            </a:r>
            <a:r>
              <a:rPr lang="en-IN" spc="-10" dirty="0"/>
              <a:t>3</a:t>
            </a:r>
            <a:r>
              <a:rPr spc="-10" dirty="0"/>
              <a:t>-1</a:t>
            </a:r>
            <a:r>
              <a:rPr lang="en-IN" spc="-10" dirty="0"/>
              <a:t>1</a:t>
            </a:r>
            <a:r>
              <a:rPr spc="-10" dirty="0"/>
              <a:t>-</a:t>
            </a:r>
            <a:r>
              <a:rPr spc="-20" dirty="0"/>
              <a:t>2025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B371480-E981-7454-71D1-FD93C8CEF0B7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Project</a:t>
            </a:r>
            <a:r>
              <a:rPr spc="15" dirty="0"/>
              <a:t> </a:t>
            </a: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64F856DE-5DC3-00DD-7B7E-0602EA6A6FA6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MANIPAL</a:t>
            </a:r>
            <a:r>
              <a:rPr spc="-40" dirty="0"/>
              <a:t> </a:t>
            </a:r>
            <a:r>
              <a:rPr dirty="0"/>
              <a:t>SCHOOL</a:t>
            </a:r>
            <a:r>
              <a:rPr spc="-40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10" dirty="0"/>
              <a:t>INFORMATION</a:t>
            </a:r>
            <a:r>
              <a:rPr spc="-15" dirty="0"/>
              <a:t> </a:t>
            </a:r>
            <a:r>
              <a:rPr spc="-10" dirty="0"/>
              <a:t>SCIENCES,</a:t>
            </a:r>
            <a:r>
              <a:rPr spc="10" dirty="0"/>
              <a:t> </a:t>
            </a:r>
            <a:r>
              <a:rPr dirty="0"/>
              <a:t>MAHE</a:t>
            </a:r>
            <a:r>
              <a:rPr spc="4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10" dirty="0"/>
              <a:t>MANIPAL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4FC9807-0DD5-52E0-42A3-91B4D4CA3B17}"/>
                  </a:ext>
                </a:extLst>
              </p14:cNvPr>
              <p14:cNvContentPartPr/>
              <p14:nvPr/>
            </p14:nvContentPartPr>
            <p14:xfrm>
              <a:off x="3157619" y="1278051"/>
              <a:ext cx="1761480" cy="2296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F1B1303-DE6F-1FAC-75B0-D4854CFA669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03979" y="1170411"/>
                <a:ext cx="1869120" cy="44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3110F60-0EA7-0D54-3BDA-F7599622A932}"/>
                  </a:ext>
                </a:extLst>
              </p14:cNvPr>
              <p14:cNvContentPartPr/>
              <p14:nvPr/>
            </p14:nvContentPartPr>
            <p14:xfrm>
              <a:off x="2364676" y="1301091"/>
              <a:ext cx="5402424" cy="44373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CCA4086-04A2-B6EA-62BB-9E5EBAC718A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10645" y="1192864"/>
                <a:ext cx="5510127" cy="6598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52D46DE-87B2-73F9-4870-8B68391ED0A3}"/>
                  </a:ext>
                </a:extLst>
              </p14:cNvPr>
              <p14:cNvContentPartPr/>
              <p14:nvPr/>
            </p14:nvContentPartPr>
            <p14:xfrm>
              <a:off x="3834779" y="1501971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F12CB50-9A5A-738F-8011-C1BFC4D3A84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780779" y="1394331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E456C9E-CC08-D209-1243-5BDDEF4939A6}"/>
                  </a:ext>
                </a:extLst>
              </p14:cNvPr>
              <p14:cNvContentPartPr/>
              <p14:nvPr/>
            </p14:nvContentPartPr>
            <p14:xfrm>
              <a:off x="3834779" y="1501971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61E5D4A-AD94-7C96-73DB-0FDD8EBC41A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780779" y="1394331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175AF75-FCFC-6CA5-3F66-15F7234F0D0B}"/>
                  </a:ext>
                </a:extLst>
              </p14:cNvPr>
              <p14:cNvContentPartPr/>
              <p14:nvPr/>
            </p14:nvContentPartPr>
            <p14:xfrm>
              <a:off x="5103779" y="1586211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EE5FE0E-F920-5C58-82B9-BC445DBFBFB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049779" y="1478571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03CFCAB-E263-5022-DAD4-A455F7A4AFA5}"/>
                  </a:ext>
                </a:extLst>
              </p14:cNvPr>
              <p14:cNvContentPartPr/>
              <p14:nvPr/>
            </p14:nvContentPartPr>
            <p14:xfrm>
              <a:off x="5103779" y="1586211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E48721C-D40E-2532-A243-DE9716AD724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049779" y="1478571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B6FE2D16-DBE9-73C3-68F4-8BD37A95A5C3}"/>
                  </a:ext>
                </a:extLst>
              </p14:cNvPr>
              <p14:cNvContentPartPr/>
              <p14:nvPr/>
            </p14:nvContentPartPr>
            <p14:xfrm>
              <a:off x="3424379" y="1688451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FA50961-639A-E801-549E-3BE2EF5C022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370379" y="1580811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D7BE564-B9F9-4CBA-8012-97E0F7ED8680}"/>
                  </a:ext>
                </a:extLst>
              </p14:cNvPr>
              <p14:cNvContentPartPr/>
              <p14:nvPr/>
            </p14:nvContentPartPr>
            <p14:xfrm>
              <a:off x="3424379" y="1688451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9536B68-9F24-8671-53A9-86B0242CDEF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370379" y="1580811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D12F7C4B-A017-0299-A15B-7A445449EADE}"/>
                  </a:ext>
                </a:extLst>
              </p14:cNvPr>
              <p14:cNvContentPartPr/>
              <p14:nvPr/>
            </p14:nvContentPartPr>
            <p14:xfrm>
              <a:off x="3377579" y="1337451"/>
              <a:ext cx="1586880" cy="5187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EF463F36-8D1A-48B2-832A-E0B6E4F32DA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314579" y="1274451"/>
                <a:ext cx="1712520" cy="64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5B8A1C1B-E14B-3907-89C0-147E6E2C1E8C}"/>
                  </a:ext>
                </a:extLst>
              </p14:cNvPr>
              <p14:cNvContentPartPr/>
              <p14:nvPr/>
            </p14:nvContentPartPr>
            <p14:xfrm>
              <a:off x="4634339" y="1361211"/>
              <a:ext cx="1832040" cy="39384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43C4028F-DF66-6257-15CE-B06D3E3AECE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571339" y="1298211"/>
                <a:ext cx="1957680" cy="51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48201EA1-EDEE-0331-C9F7-1F1A1D9C58C0}"/>
                  </a:ext>
                </a:extLst>
              </p14:cNvPr>
              <p14:cNvContentPartPr/>
              <p14:nvPr/>
            </p14:nvContentPartPr>
            <p14:xfrm>
              <a:off x="4702739" y="1363731"/>
              <a:ext cx="1937880" cy="37188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E8740630-7500-1B56-7D75-1E309D71391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639739" y="1300731"/>
                <a:ext cx="2063520" cy="49752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ECD05949-2CD1-F92C-6023-CC26A2AC8904}"/>
              </a:ext>
            </a:extLst>
          </p:cNvPr>
          <p:cNvGrpSpPr/>
          <p:nvPr/>
        </p:nvGrpSpPr>
        <p:grpSpPr>
          <a:xfrm>
            <a:off x="3395939" y="1380651"/>
            <a:ext cx="1579320" cy="187920"/>
            <a:chOff x="3395939" y="1380651"/>
            <a:chExt cx="1579320" cy="18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EA2851B-C568-EA74-A62A-FC9FA3816E59}"/>
                    </a:ext>
                  </a:extLst>
                </p14:cNvPr>
                <p14:cNvContentPartPr/>
                <p14:nvPr/>
              </p14:nvContentPartPr>
              <p14:xfrm>
                <a:off x="3750899" y="1539411"/>
                <a:ext cx="360" cy="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323826D-A605-1E0D-3E4D-2230DB43181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687899" y="1476771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8777B3A-EBBD-8C13-9E00-A2138F264896}"/>
                    </a:ext>
                  </a:extLst>
                </p14:cNvPr>
                <p14:cNvContentPartPr/>
                <p14:nvPr/>
              </p14:nvContentPartPr>
              <p14:xfrm>
                <a:off x="3395939" y="1380651"/>
                <a:ext cx="360" cy="349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2D8562B-23DD-5309-2703-3214F8F5586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333299" y="1318011"/>
                  <a:ext cx="12600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EFA6429-99C1-3C56-3083-D76406D1154D}"/>
                    </a:ext>
                  </a:extLst>
                </p14:cNvPr>
                <p14:cNvContentPartPr/>
                <p14:nvPr/>
              </p14:nvContentPartPr>
              <p14:xfrm>
                <a:off x="4393139" y="1466331"/>
                <a:ext cx="582120" cy="1022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D6BCD74-24E1-8899-D24F-52522FC9763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330139" y="1403331"/>
                  <a:ext cx="707760" cy="227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6FE3A1C8-D6C8-711B-FA95-59A9CE95D182}"/>
                  </a:ext>
                </a:extLst>
              </p14:cNvPr>
              <p14:cNvContentPartPr/>
              <p14:nvPr/>
            </p14:nvContentPartPr>
            <p14:xfrm>
              <a:off x="6061379" y="1427091"/>
              <a:ext cx="2266560" cy="921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A8E86E05-229D-A31A-DADB-28E5C100FCB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998379" y="1364091"/>
                <a:ext cx="2392200" cy="217800"/>
              </a:xfrm>
              <a:prstGeom prst="rect">
                <a:avLst/>
              </a:prstGeom>
            </p:spPr>
          </p:pic>
        </mc:Fallback>
      </mc:AlternateContent>
      <p:pic>
        <p:nvPicPr>
          <p:cNvPr id="19" name="Picture 18">
            <a:extLst>
              <a:ext uri="{FF2B5EF4-FFF2-40B4-BE49-F238E27FC236}">
                <a16:creationId xmlns:a16="http://schemas.microsoft.com/office/drawing/2014/main" id="{9C9662D8-DEA8-CBD9-AA7D-A9478E637A84}"/>
              </a:ext>
            </a:extLst>
          </p:cNvPr>
          <p:cNvPicPr>
            <a:picLocks noChangeAspect="1"/>
          </p:cNvPicPr>
          <p:nvPr/>
        </p:nvPicPr>
        <p:blipFill>
          <a:blip r:embed="rId30"/>
          <a:srcRect l="4494"/>
          <a:stretch>
            <a:fillRect/>
          </a:stretch>
        </p:blipFill>
        <p:spPr>
          <a:xfrm>
            <a:off x="539252" y="1305367"/>
            <a:ext cx="4857580" cy="510510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B6B4211-888A-2BBE-C9F4-F0D64B3FEA97}"/>
              </a:ext>
            </a:extLst>
          </p:cNvPr>
          <p:cNvSpPr txBox="1"/>
          <p:nvPr/>
        </p:nvSpPr>
        <p:spPr>
          <a:xfrm>
            <a:off x="2229245" y="878341"/>
            <a:ext cx="14775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Detection</a:t>
            </a:r>
            <a:endParaRPr lang="en-IN" sz="2400" dirty="0"/>
          </a:p>
        </p:txBody>
      </p:sp>
      <p:sp>
        <p:nvSpPr>
          <p:cNvPr id="22" name="Flowchart: Alternate Process 21">
            <a:extLst>
              <a:ext uri="{FF2B5EF4-FFF2-40B4-BE49-F238E27FC236}">
                <a16:creationId xmlns:a16="http://schemas.microsoft.com/office/drawing/2014/main" id="{AAB042EF-914F-911B-F16D-33754304E504}"/>
              </a:ext>
            </a:extLst>
          </p:cNvPr>
          <p:cNvSpPr/>
          <p:nvPr/>
        </p:nvSpPr>
        <p:spPr>
          <a:xfrm>
            <a:off x="5550359" y="2218244"/>
            <a:ext cx="5017378" cy="3272769"/>
          </a:xfrm>
          <a:prstGeom prst="flowChartAlternateProcess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2.Detection Module: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Input: URL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analysis using detection logic:   Heuristic analysis</a:t>
            </a:r>
          </a:p>
          <a:p>
            <a:pPr algn="just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Google safe browsing</a:t>
            </a:r>
          </a:p>
          <a:p>
            <a:pPr algn="just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Domain age and registration check</a:t>
            </a:r>
          </a:p>
          <a:p>
            <a:pPr algn="just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SSL Certificate analysis</a:t>
            </a:r>
          </a:p>
          <a:p>
            <a:pPr algn="just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Visual similarity detection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Generation of Risk Score (0–100)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 Shows banner or badge on risky sites.</a:t>
            </a:r>
          </a:p>
        </p:txBody>
      </p:sp>
    </p:spTree>
    <p:extLst>
      <p:ext uri="{BB962C8B-B14F-4D97-AF65-F5344CB8AC3E}">
        <p14:creationId xmlns:p14="http://schemas.microsoft.com/office/powerpoint/2010/main" val="2932049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54391-28A6-7F7E-5E6A-C50073427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1D416A8-7654-E9BB-394B-8DD8442612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45300" y="199961"/>
            <a:ext cx="3367404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69745">
              <a:lnSpc>
                <a:spcPct val="100000"/>
              </a:lnSpc>
              <a:spcBef>
                <a:spcPts val="100"/>
              </a:spcBef>
            </a:pPr>
            <a:r>
              <a:rPr lang="en-IN" spc="-25" dirty="0"/>
              <a:t>RESULTS</a:t>
            </a:r>
            <a:endParaRPr spc="-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9B15FCD-DE36-B37C-C5D1-C9AE6BCA1F26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49860" y="6617572"/>
            <a:ext cx="864869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spc="-10" dirty="0"/>
              <a:t>1</a:t>
            </a:r>
            <a:r>
              <a:rPr lang="en-IN" spc="-10" dirty="0"/>
              <a:t>3</a:t>
            </a:r>
            <a:r>
              <a:rPr spc="-10" dirty="0"/>
              <a:t>-1</a:t>
            </a:r>
            <a:r>
              <a:rPr lang="en-IN" spc="-10" dirty="0"/>
              <a:t>1</a:t>
            </a:r>
            <a:r>
              <a:rPr spc="-10" dirty="0"/>
              <a:t>-</a:t>
            </a:r>
            <a:r>
              <a:rPr spc="-20" dirty="0"/>
              <a:t>2025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453A4A9-92DE-380E-F9D7-A83BBCB26B36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Project</a:t>
            </a:r>
            <a:r>
              <a:rPr spc="15" dirty="0"/>
              <a:t> </a:t>
            </a: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1D4E10C1-5A23-D547-B4DF-C148A6CA7740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MANIPAL</a:t>
            </a:r>
            <a:r>
              <a:rPr spc="-40" dirty="0"/>
              <a:t> </a:t>
            </a:r>
            <a:r>
              <a:rPr dirty="0"/>
              <a:t>SCHOOL</a:t>
            </a:r>
            <a:r>
              <a:rPr spc="-40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10" dirty="0"/>
              <a:t>INFORMATION</a:t>
            </a:r>
            <a:r>
              <a:rPr spc="-15" dirty="0"/>
              <a:t> </a:t>
            </a:r>
            <a:r>
              <a:rPr spc="-10" dirty="0"/>
              <a:t>SCIENCES,</a:t>
            </a:r>
            <a:r>
              <a:rPr spc="10" dirty="0"/>
              <a:t> </a:t>
            </a:r>
            <a:r>
              <a:rPr dirty="0"/>
              <a:t>MAHE</a:t>
            </a:r>
            <a:r>
              <a:rPr spc="4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10" dirty="0"/>
              <a:t>MANIPAL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0F5222F-50F2-FED4-0658-9FDDAE914980}"/>
                  </a:ext>
                </a:extLst>
              </p14:cNvPr>
              <p14:cNvContentPartPr/>
              <p14:nvPr/>
            </p14:nvContentPartPr>
            <p14:xfrm>
              <a:off x="5905859" y="3582771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0F5222F-50F2-FED4-0658-9FDDAE91498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52219" y="3474771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CB7B3D7-6D85-9097-7972-FCDAC42603E1}"/>
                  </a:ext>
                </a:extLst>
              </p14:cNvPr>
              <p14:cNvContentPartPr/>
              <p14:nvPr/>
            </p14:nvContentPartPr>
            <p14:xfrm>
              <a:off x="6988739" y="3694731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CB7B3D7-6D85-9097-7972-FCDAC42603E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34739" y="3586731"/>
                <a:ext cx="108000" cy="216000"/>
              </a:xfrm>
              <a:prstGeom prst="rect">
                <a:avLst/>
              </a:prstGeom>
            </p:spPr>
          </p:pic>
        </mc:Fallback>
      </mc:AlternateContent>
      <p:pic>
        <p:nvPicPr>
          <p:cNvPr id="14" name="Picture 13" descr="A computer screen shot of text">
            <a:extLst>
              <a:ext uri="{FF2B5EF4-FFF2-40B4-BE49-F238E27FC236}">
                <a16:creationId xmlns:a16="http://schemas.microsoft.com/office/drawing/2014/main" id="{BCE250F6-C53F-F358-5A7A-D12C3184CF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0" y="840359"/>
            <a:ext cx="4815204" cy="2993665"/>
          </a:xfrm>
          <a:prstGeom prst="rect">
            <a:avLst/>
          </a:prstGeom>
        </p:spPr>
      </p:pic>
      <p:sp>
        <p:nvSpPr>
          <p:cNvPr id="15" name="Flowchart: Alternate Process 14">
            <a:extLst>
              <a:ext uri="{FF2B5EF4-FFF2-40B4-BE49-F238E27FC236}">
                <a16:creationId xmlns:a16="http://schemas.microsoft.com/office/drawing/2014/main" id="{7926D669-B9C7-1C89-3162-EC488FEEE9B2}"/>
              </a:ext>
            </a:extLst>
          </p:cNvPr>
          <p:cNvSpPr/>
          <p:nvPr/>
        </p:nvSpPr>
        <p:spPr>
          <a:xfrm>
            <a:off x="5452108" y="1524843"/>
            <a:ext cx="4815204" cy="1424107"/>
          </a:xfrm>
          <a:prstGeom prst="flowChartAlternateProcess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the setoolkit environment that used to create a phishing website and other attack vectors. This is developed by setoolkit developers for educational purpose.</a:t>
            </a:r>
          </a:p>
        </p:txBody>
      </p:sp>
      <p:pic>
        <p:nvPicPr>
          <p:cNvPr id="18" name="Picture 17" descr="A login screen with text and symbols&#10;&#10;AI-generated content may be incorrect.">
            <a:extLst>
              <a:ext uri="{FF2B5EF4-FFF2-40B4-BE49-F238E27FC236}">
                <a16:creationId xmlns:a16="http://schemas.microsoft.com/office/drawing/2014/main" id="{BDC3F361-DD86-8221-29D5-B0A37ACBB1F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0" y="3881332"/>
            <a:ext cx="4815204" cy="2574290"/>
          </a:xfrm>
          <a:prstGeom prst="rect">
            <a:avLst/>
          </a:prstGeom>
        </p:spPr>
      </p:pic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ABB80BB1-516C-87CB-BC89-B0AF5E847CA7}"/>
              </a:ext>
            </a:extLst>
          </p:cNvPr>
          <p:cNvSpPr/>
          <p:nvPr/>
        </p:nvSpPr>
        <p:spPr>
          <a:xfrm>
            <a:off x="5452108" y="4216952"/>
            <a:ext cx="4814844" cy="1424107"/>
          </a:xfrm>
          <a:prstGeom prst="flowChartAlternateProcess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Login website cloned to generate a phishing link</a:t>
            </a:r>
          </a:p>
        </p:txBody>
      </p:sp>
    </p:spTree>
    <p:extLst>
      <p:ext uri="{BB962C8B-B14F-4D97-AF65-F5344CB8AC3E}">
        <p14:creationId xmlns:p14="http://schemas.microsoft.com/office/powerpoint/2010/main" val="2465446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F27E0-109A-8964-49EF-0DE96E5ED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E1FB4B7-3321-15BF-E84B-A498DD9153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45300" y="199961"/>
            <a:ext cx="3367404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69745">
              <a:lnSpc>
                <a:spcPct val="100000"/>
              </a:lnSpc>
              <a:spcBef>
                <a:spcPts val="100"/>
              </a:spcBef>
            </a:pPr>
            <a:r>
              <a:rPr lang="en-IN" spc="-25" dirty="0"/>
              <a:t>RESULTS</a:t>
            </a:r>
            <a:endParaRPr spc="-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AF0EAAB-9444-B054-3744-A169C5D31A94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49860" y="6617572"/>
            <a:ext cx="864869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spc="-10" dirty="0"/>
              <a:t>1</a:t>
            </a:r>
            <a:r>
              <a:rPr lang="en-IN" spc="-10" dirty="0"/>
              <a:t>3</a:t>
            </a:r>
            <a:r>
              <a:rPr spc="-10" dirty="0"/>
              <a:t>-1</a:t>
            </a:r>
            <a:r>
              <a:rPr lang="en-IN" spc="-10" dirty="0"/>
              <a:t>1</a:t>
            </a:r>
            <a:r>
              <a:rPr spc="-10" dirty="0"/>
              <a:t>-</a:t>
            </a:r>
            <a:r>
              <a:rPr spc="-20" dirty="0"/>
              <a:t>2025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9554D45-91CD-9CFD-5331-6A9BFEFAFF8C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Project</a:t>
            </a:r>
            <a:r>
              <a:rPr spc="15" dirty="0"/>
              <a:t> </a:t>
            </a: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C6E0ECA6-4CA4-77B5-B60F-39DC4EFF7D33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MANIPAL</a:t>
            </a:r>
            <a:r>
              <a:rPr spc="-40" dirty="0"/>
              <a:t> </a:t>
            </a:r>
            <a:r>
              <a:rPr dirty="0"/>
              <a:t>SCHOOL</a:t>
            </a:r>
            <a:r>
              <a:rPr spc="-40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10" dirty="0"/>
              <a:t>INFORMATION</a:t>
            </a:r>
            <a:r>
              <a:rPr spc="-15" dirty="0"/>
              <a:t> </a:t>
            </a:r>
            <a:r>
              <a:rPr spc="-10" dirty="0"/>
              <a:t>SCIENCES,</a:t>
            </a:r>
            <a:r>
              <a:rPr spc="10" dirty="0"/>
              <a:t> </a:t>
            </a:r>
            <a:r>
              <a:rPr dirty="0"/>
              <a:t>MAHE</a:t>
            </a:r>
            <a:r>
              <a:rPr spc="4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10" dirty="0"/>
              <a:t>MANIPAL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223D9E0-72AB-15A7-4D8E-918A2E9B7407}"/>
                  </a:ext>
                </a:extLst>
              </p14:cNvPr>
              <p14:cNvContentPartPr/>
              <p14:nvPr/>
            </p14:nvContentPartPr>
            <p14:xfrm>
              <a:off x="5905859" y="3582771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223D9E0-72AB-15A7-4D8E-918A2E9B740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52219" y="3474771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40C3202-8879-D5B0-AB07-AEC1411CC22E}"/>
                  </a:ext>
                </a:extLst>
              </p14:cNvPr>
              <p14:cNvContentPartPr/>
              <p14:nvPr/>
            </p14:nvContentPartPr>
            <p14:xfrm>
              <a:off x="6988739" y="3694731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40C3202-8879-D5B0-AB07-AEC1411CC22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34739" y="3586731"/>
                <a:ext cx="108000" cy="216000"/>
              </a:xfrm>
              <a:prstGeom prst="rect">
                <a:avLst/>
              </a:prstGeom>
            </p:spPr>
          </p:pic>
        </mc:Fallback>
      </mc:AlternateContent>
      <p:pic>
        <p:nvPicPr>
          <p:cNvPr id="17" name="Picture 1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60F1E989-0AFA-339C-24B8-261EF42C33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3700" y="891064"/>
            <a:ext cx="7620000" cy="3071336"/>
          </a:xfrm>
          <a:prstGeom prst="rect">
            <a:avLst/>
          </a:prstGeom>
        </p:spPr>
      </p:pic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CA1BD1CC-B641-7685-A6E5-FA32E33D8A73}"/>
              </a:ext>
            </a:extLst>
          </p:cNvPr>
          <p:cNvSpPr/>
          <p:nvPr/>
        </p:nvSpPr>
        <p:spPr>
          <a:xfrm>
            <a:off x="1972174" y="4191000"/>
            <a:ext cx="6850652" cy="1424107"/>
          </a:xfrm>
          <a:prstGeom prst="flowChartAlternateProcess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the captured login credentials of the website.</a:t>
            </a:r>
          </a:p>
        </p:txBody>
      </p:sp>
    </p:spTree>
    <p:extLst>
      <p:ext uri="{BB962C8B-B14F-4D97-AF65-F5344CB8AC3E}">
        <p14:creationId xmlns:p14="http://schemas.microsoft.com/office/powerpoint/2010/main" val="17526775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11EC2-1EE1-9846-385E-27BFFD635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F69567B-9412-03DC-54B3-17C5907558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45300" y="199961"/>
            <a:ext cx="3367404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69745">
              <a:lnSpc>
                <a:spcPct val="100000"/>
              </a:lnSpc>
              <a:spcBef>
                <a:spcPts val="100"/>
              </a:spcBef>
            </a:pPr>
            <a:r>
              <a:rPr lang="en-IN" spc="-25" dirty="0"/>
              <a:t>RESULTS</a:t>
            </a:r>
            <a:endParaRPr spc="-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0DF50C2-18B7-92C6-F272-5883F971D6CE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49860" y="6617572"/>
            <a:ext cx="864869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spc="-10" dirty="0"/>
              <a:t>1</a:t>
            </a:r>
            <a:r>
              <a:rPr lang="en-IN" spc="-10" dirty="0"/>
              <a:t>3</a:t>
            </a:r>
            <a:r>
              <a:rPr spc="-10" dirty="0"/>
              <a:t>-1</a:t>
            </a:r>
            <a:r>
              <a:rPr lang="en-IN" spc="-10" dirty="0"/>
              <a:t>1</a:t>
            </a:r>
            <a:r>
              <a:rPr spc="-10" dirty="0"/>
              <a:t>-</a:t>
            </a:r>
            <a:r>
              <a:rPr spc="-20" dirty="0"/>
              <a:t>2025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B28E0BF-5C42-D630-FE9F-46E937072FDD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Project</a:t>
            </a:r>
            <a:r>
              <a:rPr spc="15" dirty="0"/>
              <a:t> </a:t>
            </a: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443F2F97-79DA-34C1-69DE-363483536054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MANIPAL</a:t>
            </a:r>
            <a:r>
              <a:rPr spc="-40" dirty="0"/>
              <a:t> </a:t>
            </a:r>
            <a:r>
              <a:rPr dirty="0"/>
              <a:t>SCHOOL</a:t>
            </a:r>
            <a:r>
              <a:rPr spc="-40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10" dirty="0"/>
              <a:t>INFORMATION</a:t>
            </a:r>
            <a:r>
              <a:rPr spc="-15" dirty="0"/>
              <a:t> </a:t>
            </a:r>
            <a:r>
              <a:rPr spc="-10" dirty="0"/>
              <a:t>SCIENCES,</a:t>
            </a:r>
            <a:r>
              <a:rPr spc="10" dirty="0"/>
              <a:t> </a:t>
            </a:r>
            <a:r>
              <a:rPr dirty="0"/>
              <a:t>MAHE</a:t>
            </a:r>
            <a:r>
              <a:rPr spc="4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10" dirty="0"/>
              <a:t>MANIPAL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0343D8D-7EE5-38BE-8A34-0D0CBFEC6AD6}"/>
                  </a:ext>
                </a:extLst>
              </p14:cNvPr>
              <p14:cNvContentPartPr/>
              <p14:nvPr/>
            </p14:nvContentPartPr>
            <p14:xfrm>
              <a:off x="5905859" y="3582771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0343D8D-7EE5-38BE-8A34-0D0CBFEC6AD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51859" y="3474771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92A3EDB-1485-060E-6CBF-5196C88094CD}"/>
                  </a:ext>
                </a:extLst>
              </p14:cNvPr>
              <p14:cNvContentPartPr/>
              <p14:nvPr/>
            </p14:nvContentPartPr>
            <p14:xfrm>
              <a:off x="6988739" y="3694731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92A3EDB-1485-060E-6CBF-5196C88094C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34739" y="3586731"/>
                <a:ext cx="108000" cy="216000"/>
              </a:xfrm>
              <a:prstGeom prst="rect">
                <a:avLst/>
              </a:prstGeom>
            </p:spPr>
          </p:pic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C72ACDF6-9A30-62E4-3165-8762F9B4AC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42" y="838200"/>
            <a:ext cx="5880880" cy="30472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98FB78-8233-416F-657D-F9C18E3008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6500" y="3347303"/>
            <a:ext cx="5631831" cy="3122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8184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99F39-CBE0-F611-A078-1B7FF8F4C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8F5AA9A-9695-0255-2E01-397E553E19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45300" y="199961"/>
            <a:ext cx="3367404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69745">
              <a:lnSpc>
                <a:spcPct val="100000"/>
              </a:lnSpc>
              <a:spcBef>
                <a:spcPts val="100"/>
              </a:spcBef>
            </a:pPr>
            <a:r>
              <a:rPr lang="en-IN" spc="-25" dirty="0"/>
              <a:t>RESULTS</a:t>
            </a:r>
            <a:endParaRPr spc="-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A86DF03-4735-FA05-5070-3420F8B8CD90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49860" y="6617572"/>
            <a:ext cx="864869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spc="-10" dirty="0"/>
              <a:t>1</a:t>
            </a:r>
            <a:r>
              <a:rPr lang="en-IN" spc="-10" dirty="0"/>
              <a:t>3</a:t>
            </a:r>
            <a:r>
              <a:rPr spc="-10" dirty="0"/>
              <a:t>-1</a:t>
            </a:r>
            <a:r>
              <a:rPr lang="en-IN" spc="-10" dirty="0"/>
              <a:t>1</a:t>
            </a:r>
            <a:r>
              <a:rPr spc="-10" dirty="0"/>
              <a:t>-</a:t>
            </a:r>
            <a:r>
              <a:rPr spc="-20" dirty="0"/>
              <a:t>2025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10E6911-21FE-51DB-EA59-A9FEA77BBE4A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Project</a:t>
            </a:r>
            <a:r>
              <a:rPr spc="15" dirty="0"/>
              <a:t> </a:t>
            </a: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3D76C3CE-8C56-3EAF-7C42-4FC2094EA9D9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MANIPAL</a:t>
            </a:r>
            <a:r>
              <a:rPr spc="-40" dirty="0"/>
              <a:t> </a:t>
            </a:r>
            <a:r>
              <a:rPr dirty="0"/>
              <a:t>SCHOOL</a:t>
            </a:r>
            <a:r>
              <a:rPr spc="-40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10" dirty="0"/>
              <a:t>INFORMATION</a:t>
            </a:r>
            <a:r>
              <a:rPr spc="-15" dirty="0"/>
              <a:t> </a:t>
            </a:r>
            <a:r>
              <a:rPr spc="-10" dirty="0"/>
              <a:t>SCIENCES,</a:t>
            </a:r>
            <a:r>
              <a:rPr spc="10" dirty="0"/>
              <a:t> </a:t>
            </a:r>
            <a:r>
              <a:rPr dirty="0"/>
              <a:t>MAHE</a:t>
            </a:r>
            <a:r>
              <a:rPr spc="4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10" dirty="0"/>
              <a:t>MANIPAL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BD3A5690-E210-1A9D-CAD3-C996CFB3FD85}"/>
                  </a:ext>
                </a:extLst>
              </p14:cNvPr>
              <p14:cNvContentPartPr/>
              <p14:nvPr/>
            </p14:nvContentPartPr>
            <p14:xfrm>
              <a:off x="5905859" y="3582771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BD3A5690-E210-1A9D-CAD3-C996CFB3FD8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52219" y="3474771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C445E6F2-FAF0-2CDF-E9F5-9EBF567402FE}"/>
                  </a:ext>
                </a:extLst>
              </p14:cNvPr>
              <p14:cNvContentPartPr/>
              <p14:nvPr/>
            </p14:nvContentPartPr>
            <p14:xfrm>
              <a:off x="6988739" y="3694731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C445E6F2-FAF0-2CDF-E9F5-9EBF567402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34739" y="3586731"/>
                <a:ext cx="108000" cy="21600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9D3B3732-213E-4972-BF6E-EC2FB0285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038" y="933076"/>
            <a:ext cx="9944924" cy="5299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1432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321EE-1749-83EC-D273-946BAAC48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F73C405-2405-DEB8-3CF0-1ABF811BAD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68900" y="199961"/>
            <a:ext cx="5043804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33370">
              <a:lnSpc>
                <a:spcPct val="100000"/>
              </a:lnSpc>
              <a:spcBef>
                <a:spcPts val="100"/>
              </a:spcBef>
            </a:pPr>
            <a:r>
              <a:rPr lang="en-IN" spc="-10" dirty="0"/>
              <a:t>CONCLUSION</a:t>
            </a:r>
            <a:endParaRPr spc="-1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9422970-A745-4E0D-BC24-E7028444FEC1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49860" y="6617572"/>
            <a:ext cx="864869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spc="-10" dirty="0"/>
              <a:t>1</a:t>
            </a:r>
            <a:r>
              <a:rPr lang="en-IN" spc="-10" dirty="0"/>
              <a:t>3</a:t>
            </a:r>
            <a:r>
              <a:rPr spc="-10" dirty="0"/>
              <a:t>-1</a:t>
            </a:r>
            <a:r>
              <a:rPr lang="en-IN" spc="-10" dirty="0"/>
              <a:t>1</a:t>
            </a:r>
            <a:r>
              <a:rPr spc="-10" dirty="0"/>
              <a:t>-</a:t>
            </a:r>
            <a:r>
              <a:rPr spc="-20" dirty="0"/>
              <a:t>202</a:t>
            </a:r>
            <a:r>
              <a:rPr lang="en-IN" spc="-20" dirty="0"/>
              <a:t>5</a:t>
            </a:r>
            <a:endParaRPr spc="-2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AF0B1BBD-5626-D05F-BF5E-E1F614BDB6B6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Project</a:t>
            </a:r>
            <a:r>
              <a:rPr spc="15" dirty="0"/>
              <a:t> </a:t>
            </a: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757668BF-D3A5-A0A4-BBBB-0499DDB09DA7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MANIPAL</a:t>
            </a:r>
            <a:r>
              <a:rPr spc="-40" dirty="0"/>
              <a:t> </a:t>
            </a:r>
            <a:r>
              <a:rPr dirty="0"/>
              <a:t>SCHOOL</a:t>
            </a:r>
            <a:r>
              <a:rPr spc="-40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10" dirty="0"/>
              <a:t>INFORMATION</a:t>
            </a:r>
            <a:r>
              <a:rPr spc="-15" dirty="0"/>
              <a:t> </a:t>
            </a:r>
            <a:r>
              <a:rPr spc="-10" dirty="0"/>
              <a:t>SCIENCES,</a:t>
            </a:r>
            <a:r>
              <a:rPr spc="10" dirty="0"/>
              <a:t> </a:t>
            </a:r>
            <a:r>
              <a:rPr dirty="0"/>
              <a:t>MAHE</a:t>
            </a:r>
            <a:r>
              <a:rPr spc="4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10" dirty="0"/>
              <a:t>MANIPAL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B963E0-8A1C-A4B0-DF60-C778E5C66240}"/>
              </a:ext>
            </a:extLst>
          </p:cNvPr>
          <p:cNvSpPr/>
          <p:nvPr/>
        </p:nvSpPr>
        <p:spPr>
          <a:xfrm>
            <a:off x="389888" y="1456599"/>
            <a:ext cx="10124440" cy="8382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developed PhishGuard system successfully detects and flags suspicious or malicious websites before users interact with them.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A56024-C7C5-FBE1-6E21-41B7AF7F02AC}"/>
              </a:ext>
            </a:extLst>
          </p:cNvPr>
          <p:cNvSpPr/>
          <p:nvPr/>
        </p:nvSpPr>
        <p:spPr>
          <a:xfrm>
            <a:off x="389888" y="2923084"/>
            <a:ext cx="10124440" cy="1011831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 combining heuristic analysis with trusted APIs and brand-similarity detection, it delivers a balanced phishing assessment.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E7B62C-56DD-EC8F-B7F9-EAEEDBD41C91}"/>
              </a:ext>
            </a:extLst>
          </p:cNvPr>
          <p:cNvSpPr/>
          <p:nvPr/>
        </p:nvSpPr>
        <p:spPr>
          <a:xfrm>
            <a:off x="389888" y="4563200"/>
            <a:ext cx="10124440" cy="1086575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project demonstrates how real-time browser integration can enhance user safety and awareness, significantly reducing exposure to phishing attacks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92294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3BC18-A759-6572-87DE-78C9D9B11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BC0063A-CA70-26AF-5D35-7706EAEABD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40300" y="184997"/>
            <a:ext cx="5501004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33370">
              <a:lnSpc>
                <a:spcPct val="100000"/>
              </a:lnSpc>
              <a:spcBef>
                <a:spcPts val="100"/>
              </a:spcBef>
            </a:pPr>
            <a:r>
              <a:rPr lang="en-IN" spc="-10" dirty="0"/>
              <a:t>FUTURE SCOPE</a:t>
            </a:r>
            <a:endParaRPr spc="-1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EFE2D34-9FB4-7444-A575-CC85C336B0D5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49860" y="6617572"/>
            <a:ext cx="864869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spc="-10" dirty="0"/>
              <a:t>1</a:t>
            </a:r>
            <a:r>
              <a:rPr lang="en-IN" spc="-10" dirty="0"/>
              <a:t>3</a:t>
            </a:r>
            <a:r>
              <a:rPr spc="-10" dirty="0"/>
              <a:t>-1</a:t>
            </a:r>
            <a:r>
              <a:rPr lang="en-IN" spc="-10" dirty="0"/>
              <a:t>1</a:t>
            </a:r>
            <a:r>
              <a:rPr spc="-10" dirty="0"/>
              <a:t>-</a:t>
            </a:r>
            <a:r>
              <a:rPr spc="-20" dirty="0"/>
              <a:t>202</a:t>
            </a:r>
            <a:r>
              <a:rPr lang="en-IN" spc="-20" dirty="0"/>
              <a:t>5</a:t>
            </a:r>
            <a:endParaRPr spc="-2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AECB0A88-CBF2-DA17-A756-3B993708E1D1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Project</a:t>
            </a:r>
            <a:r>
              <a:rPr spc="15" dirty="0"/>
              <a:t> </a:t>
            </a: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66CDFE06-ACB2-F6FB-BAD9-4600061E913E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MANIPAL</a:t>
            </a:r>
            <a:r>
              <a:rPr spc="-40" dirty="0"/>
              <a:t> </a:t>
            </a:r>
            <a:r>
              <a:rPr dirty="0"/>
              <a:t>SCHOOL</a:t>
            </a:r>
            <a:r>
              <a:rPr spc="-40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10" dirty="0"/>
              <a:t>INFORMATION</a:t>
            </a:r>
            <a:r>
              <a:rPr spc="-15" dirty="0"/>
              <a:t> </a:t>
            </a:r>
            <a:r>
              <a:rPr spc="-10" dirty="0"/>
              <a:t>SCIENCES,</a:t>
            </a:r>
            <a:r>
              <a:rPr spc="10" dirty="0"/>
              <a:t> </a:t>
            </a:r>
            <a:r>
              <a:rPr dirty="0"/>
              <a:t>MAHE</a:t>
            </a:r>
            <a:r>
              <a:rPr spc="4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10" dirty="0"/>
              <a:t>MANIPAL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24A7FE-AB0E-FAF2-F66B-A03DF08A224B}"/>
              </a:ext>
            </a:extLst>
          </p:cNvPr>
          <p:cNvSpPr txBox="1"/>
          <p:nvPr/>
        </p:nvSpPr>
        <p:spPr>
          <a:xfrm>
            <a:off x="805814" y="1443841"/>
            <a:ext cx="918337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AI-Driven Classification: Integrate machine-learning models for dynamic URL and content classification.</a:t>
            </a:r>
          </a:p>
          <a:p>
            <a:pPr algn="just" rt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Reporting System: Enable users to report false positives and new phishing links to improve accuracy.</a:t>
            </a:r>
          </a:p>
          <a:p>
            <a:pPr algn="just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Behavioral Analysis: Add page-content and script behavior analysis to detect zero-day phishing attempts.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Cross-Platform Support: Extend protection to mobile browsers and other platforms.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15488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1112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xfrm>
            <a:off x="149860" y="6617572"/>
            <a:ext cx="864869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spc="-10" dirty="0"/>
              <a:t>1</a:t>
            </a:r>
            <a:r>
              <a:rPr lang="en-IN" spc="-10" dirty="0"/>
              <a:t>3</a:t>
            </a:r>
            <a:r>
              <a:rPr spc="-10" dirty="0"/>
              <a:t>-10-</a:t>
            </a:r>
            <a:r>
              <a:rPr spc="-20" dirty="0"/>
              <a:t>2025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Project</a:t>
            </a:r>
            <a:r>
              <a:rPr spc="15" dirty="0"/>
              <a:t> </a:t>
            </a: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MANIPAL</a:t>
            </a:r>
            <a:r>
              <a:rPr spc="-40" dirty="0"/>
              <a:t> </a:t>
            </a:r>
            <a:r>
              <a:rPr dirty="0"/>
              <a:t>SCHOOL</a:t>
            </a:r>
            <a:r>
              <a:rPr spc="-40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10" dirty="0"/>
              <a:t>INFORMATION</a:t>
            </a:r>
            <a:r>
              <a:rPr spc="-15" dirty="0"/>
              <a:t> </a:t>
            </a:r>
            <a:r>
              <a:rPr spc="-10" dirty="0"/>
              <a:t>SCIENCES,</a:t>
            </a:r>
            <a:r>
              <a:rPr spc="10" dirty="0"/>
              <a:t> </a:t>
            </a:r>
            <a:r>
              <a:rPr dirty="0"/>
              <a:t>MAHE</a:t>
            </a:r>
            <a:r>
              <a:rPr spc="4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10" dirty="0"/>
              <a:t>MANIPAL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8B885B-D0C0-9F3D-480D-5D1AFCFFCCB2}"/>
              </a:ext>
            </a:extLst>
          </p:cNvPr>
          <p:cNvSpPr txBox="1"/>
          <p:nvPr/>
        </p:nvSpPr>
        <p:spPr>
          <a:xfrm>
            <a:off x="292100" y="990600"/>
            <a:ext cx="992060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Liu and T. S. Moh, “Content Based Spam E-mail Filtering,” 2016 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Conference on Collaboration Technologies and Systems (CTS)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Orlando, FL, pp. 218–224, 2016.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N. Agrawal and S. Singh, “Origin (dynamic blacklisting) based spammer detection and spam mail filtering approach,” 2016 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Third International Conference on Digital Information Processing, Data Mining, and Wireless Communications (DIPDMWC)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Moscow, pp. 99–104, 2016.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V. Chandra, N. Challa and S. K. Pasupuleti, “A practical approach to E-mail spam filters to protect data from advanced persistent threat,” 2016 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Conference on Circuit, Power and Computing Technologies (ICCPCT), Nagercoil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pp. 1–5, 2016.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Rupa, G. Srivastava, S. Bhattacharya, P. Reddy, and T. R.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Gadekallu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“A machine learning driven threat intelligence system for malicious URL detection,” in Proc. 16th Int. Conf. Availability, Rel.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Secur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New York, NY, USA, Aug. 2021, pp. 1–7,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10.1145/3465481.3470029.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K. Lee, Y. Chang, H. Y. Kwon, and B. Kim, “Reconciliation of privacy with preventive cybersecurity: The bright internet approach,” Inf. Syst. Frontiers, vol. 22, no. 1, pp. 45–57, Feb. 2020,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10.1007/s10796-020-09984-5.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56304" y="2485389"/>
            <a:ext cx="3898265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529205" algn="l"/>
              </a:tabLst>
            </a:pPr>
            <a:r>
              <a:rPr sz="4800" spc="-10" dirty="0"/>
              <a:t>THANK</a:t>
            </a:r>
            <a:r>
              <a:rPr sz="4800" dirty="0"/>
              <a:t>	</a:t>
            </a:r>
            <a:r>
              <a:rPr sz="4800" spc="-25" dirty="0"/>
              <a:t>YOU</a:t>
            </a:r>
            <a:endParaRPr sz="4800" dirty="0"/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xfrm>
            <a:off x="149860" y="6617572"/>
            <a:ext cx="864869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lang="en-IN" spc="-10" dirty="0"/>
              <a:t>13</a:t>
            </a:r>
            <a:r>
              <a:rPr spc="-10" dirty="0"/>
              <a:t>-10-</a:t>
            </a:r>
            <a:r>
              <a:rPr spc="-20" dirty="0"/>
              <a:t>2025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Project</a:t>
            </a:r>
            <a:r>
              <a:rPr spc="15" dirty="0"/>
              <a:t> </a:t>
            </a: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MANIPAL</a:t>
            </a:r>
            <a:r>
              <a:rPr spc="-40" dirty="0"/>
              <a:t> </a:t>
            </a:r>
            <a:r>
              <a:rPr dirty="0"/>
              <a:t>SCHOOL</a:t>
            </a:r>
            <a:r>
              <a:rPr spc="-40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10" dirty="0"/>
              <a:t>INFORMATION</a:t>
            </a:r>
            <a:r>
              <a:rPr spc="-15" dirty="0"/>
              <a:t> </a:t>
            </a:r>
            <a:r>
              <a:rPr spc="-10" dirty="0"/>
              <a:t>SCIENCES,</a:t>
            </a:r>
            <a:r>
              <a:rPr spc="10" dirty="0"/>
              <a:t> </a:t>
            </a:r>
            <a:r>
              <a:rPr dirty="0"/>
              <a:t>MAHE</a:t>
            </a:r>
            <a:r>
              <a:rPr spc="4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10" dirty="0"/>
              <a:t>MANIPAL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29bebd42-f1ff-4c3d-9688-067e3460dc1f}" enabled="0" method="" siteId="{29bebd42-f1ff-4c3d-9688-067e3460dc1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1791</TotalTime>
  <Words>1202</Words>
  <Application>Microsoft Office PowerPoint</Application>
  <PresentationFormat>Custom</PresentationFormat>
  <Paragraphs>164</Paragraphs>
  <Slides>16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Arial</vt:lpstr>
      <vt:lpstr>Calibri</vt:lpstr>
      <vt:lpstr>Times New Roman</vt:lpstr>
      <vt:lpstr>Office Theme</vt:lpstr>
      <vt:lpstr>MINI PROJECT</vt:lpstr>
      <vt:lpstr>CONTENTS</vt:lpstr>
      <vt:lpstr>INTRODUCTION</vt:lpstr>
      <vt:lpstr>OBJECTIVE</vt:lpstr>
      <vt:lpstr>LITERATURE REVIEW</vt:lpstr>
      <vt:lpstr>                 LITERATURE REVIEW</vt:lpstr>
      <vt:lpstr>     IMPLEMENTATION</vt:lpstr>
      <vt:lpstr>IMPLEMENTATION</vt:lpstr>
      <vt:lpstr>RESULTS</vt:lpstr>
      <vt:lpstr>RESULTS</vt:lpstr>
      <vt:lpstr>RESULTS</vt:lpstr>
      <vt:lpstr>RESULTS</vt:lpstr>
      <vt:lpstr>CONCLUSION</vt:lpstr>
      <vt:lpstr>FUTURE SCOPE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PROJECT</dc:title>
  <cp:lastModifiedBy>ANUSHA N M - 251100690004 - MSISMPL</cp:lastModifiedBy>
  <cp:revision>18</cp:revision>
  <dcterms:created xsi:type="dcterms:W3CDTF">2025-10-12T09:24:14Z</dcterms:created>
  <dcterms:modified xsi:type="dcterms:W3CDTF">2025-11-13T09:35:40Z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2025-10-12T00:00:00Z</vt:filetime>
  </property>
  <property fmtid="{D5CDD505-2E9C-101B-9397-08002B2CF9AE}" pid="3" name="LastSaved">
    <vt:filetime>2025-10-12T00:00:00Z</vt:filetime>
  </property>
</Properties>
</file>